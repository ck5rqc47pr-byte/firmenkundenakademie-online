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Sinnvoll: Berater A zuerst (harter Termin „bis Mittag", konkrete Deadline), transparent an B und C zurückmelden, bis wann sie mit Ergebnissen rechnen können. Berater C (nicht dringend) wird terminiert. Das Missverständnis mit B wird aktiv und ohne Schuldzuweisung geklärt („Ich hatte den Auftrag als X verstanden – lassen Sie uns kurz abgleichen, damit es passt") und künftig durch die Regel „Aufträge ins System + Rückbestätigung" vermieden.</a:t>
            </a:r>
          </a:p>
          <a:p>
            <a:r>
              <a:t>Kernbefund: Nicht Lautstärke entscheidet, sondern Deadline und Regel. Die eigentliche Lösung ist präventiv: klare Übergaberegeln verhindern die meisten Konflikte, bevor sie entstehen.</a:t>
            </a:r>
          </a:p>
          <a:p>
            <a:r>
              <a:t>Praxishinweis – Wenn ein Berater zugleich Ihre Führungskraft ist: Die faire Aushandlung gilt unter gleichrangigen Beratern. Ist einer davon Ihr Teamleiter, ist seine Anweisung kein Priorisierungskonflikt mehr, sondern eine Weisung – seine Anfragen haben im Zweifel Vorrang. Kommunizieren Sie das transparent gegenüber den anderen Beratern („Ich habe noch eine dringende Aufgabe vom Teamleiter – ich melde mich bis X Uhr bei Ihnen"). Das ist keine Ungerechtigkeit, sondern organisatorische Klarheit.</a:t>
            </a:r>
          </a:p>
          <a:p>
            <a:r>
              <a:t>Trainer-Hinweis: Im Rollenspiel die Rückmeldung an die „wartenden" Berater üben – Transparenz ist der Hebel. Achten Sie darauf, dass das Missverständnis mit B sachlich, nicht rechtfertigend geklärt wird (Anschluss an VA05, Beziehung vor Sache).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Schnittstelle Berater–Assistenz aktiv gestalten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Rollen klären, Absprachen treffen, Prioritäten aushandeln – Zusammenarbeit auf Augenhöhe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Zusammenarbeit zwischen Berater und Assistenz entscheidet über Tempo und Qualität im Firmenkundengeschäft – und genau hier entstehen die meisten Reibungsverluste: unklare Zuständigkeiten, Informationslücken, konkurrierende Prioritäten.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Ihre Rolle und die Erwartungen an der Schnittstelle zu klären, klare Übergaberegeln zu vereinbaren und Prioritätenkonflikte fair auszuhandeln.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gestalten Sie die Zusammenarbeit aktiv mit, statt sie zu erleiden.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und die Erwartungen an der Schnittstelle Berater–Assistenz klären und daraus Vereinbarungen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Reibungspunkte (unklare Zuständigkeit, Informationslücken, Rollenkonflikte)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Klare Absprachen und Übergaberegeln mit dem Berater vereinbaren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Prioritätenkonflikte zwischen mehreren Beratern fair aushandeln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Zusammenarbeit durch proaktive Kommunikation und Feedback aktiv mitgestalten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Rollenstruktur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Vier-Seiten-Modell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Beispiel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im Rollenspiel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Peer-Reflexion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Reflexion, Transfer-Anker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Die Schnittstelle ist eine Rollenbeziehung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Rollenklarheit: Ist klar, wer was übernimmt? (senkt Reibung)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Rollenkonflikt: Widersprüchliche Anforderungen (z. B. zwei Berater wollen „sofort").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Rollenaushandlung: Erwartungen werden aktiv besprochen, nicht vermutet.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Gute Zusammenarbeit entsteht nicht von selbst, sondern wird ausgehandelt und eingeübt – sie ist Teil einer gemeinsamen Praxis (Wenger, 1998 ).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Von Reibung zu Regeln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Übergaberegeln: Was wird wie und wann übergeben? (z. B. Auftrag immer im System, nicht per Zuruf)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Erreichbarkeit/Reaktionszeiten: Wann erwartet wer was?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Priorisierungsregel: Wie wird entschieden, wenn alles „dringend"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Solche Regeln einmal gemeinsam festzulegen, spart dauerhaft Diskussionen.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Drei Berater, ein Vormittag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unterstützen im Innendienst drei Berater (VR-Bank Musterregion eG). An einem Vormittag: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A will „bis Mittag" eine Engagementübersicht für einen spontanen 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B hat Ihnen gestern per Zuruf einen Auftrag gegeben, den Sie anders verstanden haben als gemeint – jetzt ist er verärgert.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C bittet „wenn Zeit ist" um eine Datenpflege.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ist die Zuständigkeit zwischen Ihnen und Ihren Beratern am unklarsten?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Regel würde Ihre Zusammenarbeit am meisten verbessern – und warum gibt es sie noch nicht?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 heute, wenn alles gleichzeitig „dringend"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signalisieren Sie Ihrem Teamleiter, wenn die Auftragsflut aller Berater Ihre Kapazität dauerhaft übersteigt? Haben Sie eine Sprache dafür – und nutzen Sie sie?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