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Blitzlicht: „Welches Reibungsthema kennen Sie aus Ihrem Alltag – in einem Satz?" Visualisierung: Assistenz in der Mitte, Pfeile von Berater/Teamleitung/Marktfolge. Frage: „Wer sitzt bei Ihnen in diesem Kreis?"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Kernbotschaft: Konflikte entstehen selten aus schlechtem Willen, sondern aus unklaren Zuständigkeiten. Rollenaushandlung macht sie sichtbar und lösbar.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Überleitung zum Fall: nicht alle Konflikte haben dieselbe Ursache – Zuständigkeit, Information oder Priorität. Die Lösung muss zur Ursache passen.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Ursachen zuordnen (AB-2): A = Priorität, B = Information/Missverständnis (Zuruf), C = Zuständigkeit/Reihenfolge. Nicht alle drei mit derselben Antwort lösen.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Priorisieren nach Regel, nicht nach Lautstärke. Rückmelden statt still abarbeiten. Bei echtem Konflikt die Regel gemeinsam mit den Beratern aushandeln.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Ursachen: Berater A = Priorität (Regel anwenden), Berater B = Information (Zuruf → Missverständnis), Berater C = Zuständigkeit/Reihenfolge.</a:t>
            </a:r>
          </a:p>
          <a:p>
            <a:r>
              <a:t>Trainer-Hinweis: nach jedem Rollenspiel-Durchgang im Dreier reflektieren – wurde Zustimmung eingeholt? Wurde das Anliegen minimiert?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Transfer-Anker: Sec 5.1 öffnen, den Reibungspunkt aus AB-1 und den Namen der Person eintragen, mit der man sprechen wird. Ausblick VA09 (Co-Pilot-Stufe).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Fragen 2 und 3 kurz im Plenum. Karte „Gute Zusammenarbeit" (AB-5) übergeben.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Die Schnittstelle Berater–Assistenz aktiv gestalten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Rollen klären, Absprachen treffen, Prioritäten aushandeln – Zusammenarbeit auf Augenhöhe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K-A04 Zusammenarbeit &amp; Selbstorganisation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Eigenständige Assistenz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Zusammenarbeit zwischen Berater und Assistenz entscheidet über Tempo und Qualität im Firmenkundengeschäft – und genau hier entstehen die meisten Reibungsverluste: unklare Zuständigkeiten, Informationslücken, konkurrierende Prioritäten.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Ihre Rolle und die Erwartungen an der Schnittstelle zu klären, klare Übergaberegeln zu vereinbaren und Prioritätenkonflikte fair auszuhandeln.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gestalten Sie die Zusammenarbeit aktiv mit, statt sie zu erleiden.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Rolle und die Erwartungen an der Schnittstelle Berater–Assistenz klären und daraus Vereinbarungen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Reibungspunkte (unklare Zuständigkeit, Informationslücken, Rollenkonflikte) analysieren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Klare Absprachen und Übergaberegeln mit dem Berater vereinbaren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Prioritätenkonflikte zwischen mehreren Beratern fair aushandeln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Zusammenarbeit durch proaktive Kommunikation und Feedback aktiv mitgestalten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Rollenstruktur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Vier-Seiten-Modell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Beispiel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00:50–01:05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01:05–01:25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 im Rollenspiel</a:t>
            </a:r>
            <a:r>
              <a:rPr sz="1200">
                <a:solidFill>
                  <a:srgbClr val="78808C"/>
                </a:solidFill>
                <a:latin typeface="Arial"/>
              </a:rPr>
              <a:t>  ·  Rollenspiel + Peer-Reflexion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Reflexion, Transfer-Anker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00:05–00:20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Die eigene Rolle im Erwartungsgeflecht verstehen (role set).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Die Assistenz im Rollengeflecht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Jede Position steht im Zentrum von Erwartungen verschiedener Beteiligter – dem role set (Katz &amp; Kahn, 1978). Die Assistenz erlebt das täglich.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Rollenklarheit: Ist klar, wer was übernimmt? Das senkt Reibung.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Rollenkonflikt: widersprüchliche Anforderungen – z. B. zwei Berater wollen gleichzeitig „sofort".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Rollenaushandlung: Erwartungen werden aktiv besprochen, nicht vermutet – das ist der eigentliche Hebel.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 Assistenz im Rollengeflecht (role set)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00:20–00:30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 Zuruf hat vier Seiten – explizite Regeln entlasten die Beziehung.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Warum explizite Regeln entlasten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 Zuruf wie „sofort!" enthält vier Ebenen (Schulz von Thun). Explizite Übergaberegeln entlasten die Beziehungsebene.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meint der Berater – die Sache, die Beziehung oder den Appell?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Übergaberegeln klären: Was wird wie und wann übergeben?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Grundregel: Auftrag immer ins System, nicht per Zuruf – und das Verständnis kurz rückbestätigen.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Wenn mehrere gleichzeitig „dringend" sagen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00:30–01:25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Fallübergabe &amp; Fallarbeit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Berater, ein Vormittag – erst die Ursache erkennen, dann entscheiden.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Drei Berater, ein Vormittag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IHR VORMITTAG MIT DREI BERATERN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 A will „bis Mittag" eine Engagementübersicht für einen spontanen Termin.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 B hat gestern per Zuruf einen Auftrag gegeben, den Sie anders verstanden haben – jetzt ist er verärgert.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 C bittet „wenn Zeit ist" um eine Datenpflege.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IHRE AUFGABE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Identifizieren Sie zuerst die Ursache jeder Situation – dann entscheiden Sie.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Handlungsempfehlung: Regel schlägt Lautstärke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mehrere Berater gleichzeitig „dringend" melden — dann nach vereinbarter Priorisierungsregel entscheiden und transparent zurückmelden.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 Auftrag per Zuruf kommt — dann ihn kurz im System festhalten und das Verständnis rückbestätigen.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Sie eine Zusage nicht halten können — dann früh und proaktiv einen realistischen Zeitpunkt nennen, statt es auflaufen zu lassen.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VA07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 bearbeiten: Rollen klären, Konflikte lösen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Reflektieren Sie Ihre eigenen Rollen und die Erwartungen an Sie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Ordnen Sie die drei Vormittags-Situationen ihrer Ursache zu: Zuständigkeit, Information oder Priorität (AB-2).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Formulieren Sie Übergaberegeln – inklusive Einholung der Zustimmung (AB-3).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Üben Sie im Rollenspiel: priorisieren, zurückmelden, ansprechen (AB-4) – Karte AB-5 als Werkzeug.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Klare Absprachen ersetzen ständige Rückfragen.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 Rollen und Übergaberegeln aktiv vereinbart, verhindert Reibung, bevor sie entsteht.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Schnittstelle entsteht bei Ihnen die meiste Reibung – und ist es Zuständigkeit, Information oder Priorität?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Übergaberegel würden Sie mit Ihren Beratern gern vereinbaren?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haben Sie zuletzt eine Zusage nicht gehalten – und wie hätten Sie es früher zurückmelden können?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