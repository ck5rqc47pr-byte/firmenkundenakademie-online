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00:05–00:15 </a:t>
            </a:r>
            <a:r>
              <a:rPr sz="1500" b="1">
                <a:solidFill>
                  <a:srgbClr val="3D5466"/>
                </a:solidFill>
                <a:latin typeface="Arial"/>
              </a:rPr>
              <a:t>  Wissensaktivierung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Reihum-Abfrage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00:15–00:30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KMU-Definitionen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00:30–00:45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Hausbank-Prinzip</a:t>
            </a:r>
            <a:r>
              <a:rPr sz="1200">
                <a:solidFill>
                  <a:srgbClr val="78808C"/>
                </a:solidFill>
                <a:latin typeface="Arial"/>
              </a:rPr>
              <a:t>  ·  Vortrag +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 Bergmann Holzmanufaktur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 +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01:20–01:35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Plenumsdiskussion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01:35–01:45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10–499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2–49,9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KMU 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Kleinstunternehmen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2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Kleinunternehmen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10 Mio. EUR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Mittleres Unternehmen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50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≤ 43 Mio. EUR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Branchenwert*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18–24 %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Jahresumsatz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1,8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Beschäftigte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Umsatzrendite (vor Steuern)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4–7 %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Ø 76–82 %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