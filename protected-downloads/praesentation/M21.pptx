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Kreditentscheidungen scheitern selten an fehlenden Daten – häufiger an unstrukturierter Analyse und kognitiven Verzerrungen.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das 8-Felder-Framework für die Kreditanalyse, erkennen typische Urteilsfallen und üben die Entscheidungsfindung an realistischen Fällen.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formulieren Sie tragfähige Kreditempfehlungen und vertreten sie souverän vor dem Kreditausschuss.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08:00–08:10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08:10–08:25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Rundgespräch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08:25–09:00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09:25–09:30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Überleitung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09:30–10:15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10:15–10:25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10:25–10:55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II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10:55–11:25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11:25–11:45 </a:t>
            </a:r>
            <a:r>
              <a:rPr sz="1200" b="1">
                <a:solidFill>
                  <a:srgbClr val="3D5466"/>
                </a:solidFill>
                <a:latin typeface="Arial"/>
              </a:rPr>
              <a:t>  Musterlösung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11:45–11:55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Kritisch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 (ZDQ)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÷ Zinskosten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2,0–3,0x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Cashflow-Deckungsquote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(EBITDA − Steuern − CapEx) ÷ Kreditrate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1,0–1,5x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Netto-Fremdkapital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÷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 ÷ 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Netto-FK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Materialkosten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Abschreibungen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Sonstige 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rückläufig – kritische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24,7 %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knapp, aber leicht verbessernd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erhöht, über Komfortschwelle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sehr gut, aber fallend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Dyn. Verschuldungsgrad (NK/EBITDA)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 steigt – Achtung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Sicherheitentyp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Beleihungswert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Gesamt-Beleihungswert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Kreditbetrag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