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Blitzlicht: „Wann war Ihre letzte schwierige Kreditentscheidung – was hat sie schwierig gemacht?" MaRisk BTO 1.1, quantitativ vs. qualitativ.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Informationsasymmetrie: der Kunde weiß mehr über sein Geschäft – die strukturierte Analyse gleicht das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Framework macht implizites Wissen explizit und die Entscheidung prüfbar.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Kahneman: erst das Bauchgefühl bewusst machen, dann mit dem 8-Felder-Bogen gegenprüfen.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Entscheidungsergebnisse: Zusage, Zusage mit Auflagen, Ablehnung. Häufige Fehler in Kreditvorlagen benennen.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XLSX-Scoring-Modell (M21) rechnet den Gesamtscore aus den 8 Feldern und zeigt die Votum-Ampel. Fall Metallbau Schnell: 3,30 → Zusage mit Auflagen.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Musterlösung (Trainer-Version)</a:t>
            </a:r>
          </a:p>
          <a:p>
            <a:r>
              <a:t>Metallbau Schnell: Score 3,30 → Zusage mit Auflagen (z. B. EK-Stärkung, Berichtspflicht). Votum begründen, nicht nur behaupten.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Selbstcheck und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09:30–09:35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09:35–10:20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II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11:30–11:50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Musterlösung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08:25–09:00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regulatorischen Rahmen und die Informationsasymmetrie der Kreditentscheidung verstehen.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Eine Kreditentscheidung muss man begründen können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Kreditentscheidung ist erst gut, wenn du sie begründen kannst.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Trenne Bauchgefühl und Begründung – und prüfe beide.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Kreditvorlage nach MaRisk BTO 1.1 zwingt zur Klarheit und Nachvollziehbarkeit.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09:00–09:30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8-Felder-Framework auf die Votierung anwenden – und Entscheidungsbiases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8-Felder-Framework der Kreditentscheidung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Acht Felder strukturieren jede KMU-Kreditentscheidung – vom Zweck über die Rückzahlungsquelle bis zum Exit-Szenario.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Zweck, Rückzahlungsquelle, Kapitalstruktur, Management, Branche, Sicherheiten, Konditionen, Exit.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Jedes Feld wird bewertet – die Summe ergibt ein begründetes Votum.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acht Felder im Überblick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Zwei Denksysteme: Bauchgefühl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System 1 entscheidet schnell und intuitiv, System 2 langsam und begründet – gute Votierung nutzt beide bewusst.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schnelle Bauchgefühl ist wertvoll – aber es muss durch die strukturierte Analyse geprüft werden.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Entscheidungsbiases (Ankereffekt, Bestätigungsfehler) unterlaufen unbemerkt die Votierung.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Sicherheiten und Konditionen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Sicherheiten bewerten heißt den nachhaltigen Wert prüfen, nicht den Nennwert übernehmen (BelWertV).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Sicherheitenbewertung, Betriebsmittelkredite und Kontokorrent im Zusammenspiel.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Checkliste Bestandskredit in der Krise: früh handeln, sauber dokumentieren.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09:35–11:30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Fallstudie &amp; Votierung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reales Votum erarbeiten, konditionieren und präsentieren.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Praxisfall Metallbau Schnell: Scoring-Ergebnis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Feld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 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Hinweis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Rückzahlungsquelle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 trägt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Kapitalstruktur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ausbaufähig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Zusage mit Auflagen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Kreditvotierung Metallbau Schnell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den Fall mit dem 8-Felder-Bogen (AB-1) und dem XLSX-Scoring-Modell.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den Votierungsbogen mit begründetem Votum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Kalkulieren Sie die Konditionierung und präsentieren Sie Ihr Votum (AB-3).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vom Score zum Votum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Kreditentscheidung ist erst gut, wenn du sie begründen kannst.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Trenne Bauchgefühl und Begründung – und prüfe beide; die Kreditvorlage zwingt zur Klarheit.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welcher letzten Entscheidung haben Sie dem Bauchgefühl gefolgt, ohne es zu prüfen?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der acht Felder vernachlässigen Sie in Ihren Vorlagen am ehesten?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formulieren Sie eine Auflage so, dass sie den Kunden nicht abschreckt, aber das Risiko senkt?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