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„die Übersicht": vor einzelnen Wiedervorlagen braucht die Assistenz den Portfolio-Blick (agree-Auswertung aller § 18-pflichtigen Engagements mit offenen Fristen). Aufruf hausindividuell im Transfer 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Priorisierungsregel explizit machen: ein § 18-Befund schlägt eine zeitlich nähere, aber weniger kritische Frist. Zinsbindungsende zugleich als Vertriebsanlass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Berechtigungstiefe ist hausindividuell. Im Zweifel klären, nicht selbst ändern – alles mit Bezug zur Kreditentscheidung ist tabu.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Aufgabe: die vier Befunde in eine begründete Bearbeitungsreihenfolge bringen. Beobachten: Wer priorisiert nach Risikoart, wer nach Reihenfolge/Zeitnähe?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der § 18-Befund (Handel) ist Priorität 1 – nicht weil er zuerst steht, sondern weil er regulatorisch kritisch ist. Zinsbindung (Logistik) ist Frist UND Vertriebsanlass.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Musterlösung (Trainer-Version)</a:t>
            </a:r>
          </a:p>
          <a:p>
            <a:r>
              <a:t>Reihenfolge: 1. Handel (§ 18 überfällig, Meldepflicht), 2. Pflege (Sicherheiten-Frist 3 Wochen), 3. Logistik (Zinsbindung 6 Wochen, Anlass), 4. Technik (Datenpflege).</a:t>
            </a:r>
          </a:p>
          <a:p>
            <a:r>
              <a:t>Trainer-Hinweis: „rechtssicher" bei AB-3 heißt Änderung über den erlaubten Weg mit dokumentierter Quelle – nicht heimlich überschreiben.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Überleitung: Karte AB-5 als Tisch-Werkzeug für morgen. Ausblick VA09 – Vertriebsanlässe aus sauberen Beständen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im Plenum, ca. 4 Min. je. Transferaufgabe (30 Tage) kurz vorstellen.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Wiedervorlage, Fristen und Datenqualität steuern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Termine im Griff, Daten sauber – das Portfolio aktiv überwachen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K-A02 Systeme &amp; Prozesse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Eigenständige 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Fristen und Datenqualität entscheiden im Innendienst über Risiko und Beratungsqualität: Eine übersehene Offenlegungsfrist oder veraltete Stammdaten kosten Zeit, Geld und Vertrauen.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Aufbauend auf der agree-Nutzung lernen Sie, ein systematisches Wiedervorlage- und Fristensystem zu führen, kritische Fristen zu priorisieren und Datenqualitätsmängel zu erkennen und zu bereinigen.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überwachen Sie Ihr Portfolio aktiv, statt nur zu reagieren.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systematisches Wiedervorlage- und Fristensystem in agree führen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Kritische Fristen (Offenlegung, Sicherheiten, Befristungen) erkennen und priorisieren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Datenqualitätsmängel im Bestand erkennen und bereinigen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wiederkehrenden Datenpflege- und Fristenprozess für das eigene Portfolio aufsetzen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Folgen schlechter Datenqualität für Beratung und Risiko ableiten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Fristen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Folie/Flipchart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Datenqualität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00:50–01:05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01:05–01:15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01:15–01:25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Fristen richtig priorisieren – Risikoart schlägt Zeitnähe.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Fristen im Innendienst: Typen und Priorität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Alles ins System – mit Frist und Verantwortlichem – und regelmäßig durchgehen. Risikoart schlägt Zeitnähe.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Vier Fristentypen: Offenlegung (§ 18 KWG), Sicherheiten, Vertrag/Konditionen, Auflagen.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Priorität 1 ist immer der § 18-Offenlegungsbefund – regulatorisch kritisch, unabhängig von der Restlaufzeit.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Überfälligkeit besteht Meldepflicht an die Marktfolge.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Fristen priorisieren: Risikoart schlägt Zeitnähe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Datenqualität sichern – und die eigene Berechtigungstiefe kennen.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Datenqualität und Berechtigungstiefe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Aus schlechten Daten entstehen schlechte Entscheidungen – saubere Stammdaten sind die Rohstoffbasis für die Vertriebsarbeit (Brücke zu VA09).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TYPISCHE MÄNGELBILDER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Postrückläufer, veralteter Ansprechpartner, falscher Branchenschlüssel.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WAS DARF ICH SELBST ÄNDERN?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Meist erlaubt: Adresse, Ansprechpartner, Telefon, interne Vermerke.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Immer Freigabe: Rating-Merkmale, Risikoklasse, Kreditnehmereinheit, Grundpfandrechtswerte.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Datenqualität: Was darf ich selbst ändern?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Vier Kunden, vier Befunde – in welcher Reihenfolge bearbeiten Sie sie?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Portfolio-Ausschnitt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VIER BEFUNDE AUF IHREM TISCH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Handel Musterregion GmbH: § 18-Jahresabschluss seit 14 Monaten überfällig.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Logistik Musterregion GmbH: Zinsbindung läuft in 6 Wochen aus, keine Wiedervorlage.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Pflege Musterregion GmbH: befristete Bürgschaft, Nachweis fehlt, Frist in 3 Wochen.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Technik Musterregion GmbH: Adresse veraltet (Post kommt zurück), kein Ansprechpartner.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Befund zu Frist zu Anlass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§ 18-Offenlegung überfällig ist — dann sofort nachfordern, Wiedervorlage setzen und die Marktfolge informieren (Priorität 1).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Zinsbindung oder Befristung ausläuft — dann rechtzeitig Wiedervorlage anlegen und den Berater als Vertriebsanlass informieren.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Post als Rückläufer kommt — dann Adresse über den erlaubten Weg korrigieren und die Quelle der Änderung dokumentieren.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priorisieren und steuern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Bringen Sie die vier Befunde in eine begründete Prioritätenreihenfolge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Legen Sie für jeden Befund eine Wiedervorlage mit Frist und Verantwortlichem an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Bereinigen Sie die Stammdaten der Technik Musterregion rechtssicher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Entwerfen Sie Ihren eigenen Prozess: was täglich / wöchentlich / monatlich?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Eine Frist, die niemand sieht, ist eine Frist, die reißt.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gepflegtes Wiedervorlage-System und saubere Daten verhindern Schäden, bevor sie entstehen.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Frist würde Sie am meisten ärgern, wenn sie reißt – und wie sichern Sie genau die ab?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auslaufende Vertrag in Ihrem Portfolio ist zugleich ein Vertriebsanlass?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welcher Datenänderung sind Sie unsicher, ob Sie sie selbst vornehmen dürfen?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