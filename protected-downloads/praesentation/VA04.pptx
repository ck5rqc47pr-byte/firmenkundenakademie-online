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Priorität 1: Handel Musterregion – überfällige § 18-Offenlegung (Risiko, regulatorisch, höchste Dringlichkeit, Marktfolge informieren). Priorität 2: Pflege Musterregion – Bürgschaftsnachweis, Frist in 3 Wochen (Sicherheit gefährdet). Priorität 3: Logistik Musterregion – Zinsbindung in 6 Wochen (WV setzen, zugleich Vertriebsanlass für Prolongation). Priorität 4: Technik Musterregion – Adresse bereinigen (wichtig, aber kein unmittelbares Risiko/Frist).</a:t>
            </a:r>
          </a:p>
          <a:p>
            <a:r>
              <a:t>Kernbefund: Risiko- und fristgetriebene Befunde gehen vor Komfort-Themen. Die auslaufende Zinsbindung ist zugleich ein Vertriebsanlass – Fristensteuerung und Vertrieb hängen zusammen (Brücke zu VA09).</a:t>
            </a:r>
          </a:p>
          <a:p>
            <a:r>
              <a:t>Trainer-Hinweis: Lernkern ist die Priorisierung nach Risiko/Frist, nicht nach Reihenfolge des Auftretens. Die Zinsbindung als Vertriebsanlass herausarbeiten – das verbindet K-A02 mit K-A05.</a:t>
            </a:r>
          </a:p>
          <a:p>
            <a:r>
              <a:t>AB-3 Musterlösung (Trainer-Version)</a:t>
            </a:r>
          </a:p>
          <a:p>
            <a:r>
              <a:t>Eine Adressänderung ist nur dann ein belastbarer Beleg, wenn sie nachvollziehbar dokumentiert ist. Rechtssicher belegt wird sie durch: (a) eine schriftliche Mitteilung des Kunden (E-Mail oder Brief genügt – als Dokument in agree ablegen), (b) einen aktuellen HR-Auszug, sofern vorhanden, oder (c) eine telefonische Rückfrage beim Geschäftsführer mit anschließender Dokumentation im System (Wer, Wann, Was). Eine rein mündliche Auskunft ohne Systemnotiz ist kein Beleg.</a:t>
            </a:r>
          </a:p>
          <a:p>
            <a:r>
              <a:t>Trainer-Hinweis: Die Frage „rechtssicher" verunsichert Teilnehmer regelmäßig. Klarmachen: Es geht nicht um juristische Perfektion, sondern um Nachvollziehbarkeit – jede Stammdatenänderung braucht einen belegbaren Auslöser, der im System auffindbar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Wiedervorlage, Fristen und Datenqualität steuern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Termine im Griff, Daten sauber – das Portfolio aktiv überwachen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K-A02 Systeme &amp; Prozesse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Fristen und Datenqualität entscheiden im Innendienst über Risiko und Beratungsqualität: Eine übersehene Offenlegungsfrist oder veraltete Stammdaten kosten Zeit, Geld und Vertrauen.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Aufbauend auf der agree-Nutzung lernen Sie, ein systematisches Wiedervorlage- und Fristensystem zu führen, kritische Fristen zu priorisieren und Datenqualitätsmängel zu erkennen und zu bereinigen.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überwachen Sie Ihr Portfolio aktiv, statt nur zu reagieren.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systematisches Wiedervorlage- und Fristensystem in agree 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Fristen (Offenlegung, Sicherheiten, Befristungen) erkennen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Datenqualitätsmängel im Bestand erkennen und bereinigen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wiederkehrenden Datenpflege- und Fristenprozess für das eigene Portfolio aufsetzen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 schlechter Datenqualität für Beratung und Risiko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Fristen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Folie/Flipchart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Datenqualität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Fristen sind kein Gedächtnissport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Fristentypen im Firmenkundengeschäft: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Portfolio-Durchsicht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Sie übernehmen die Innendienst-Betreuung eines Teilportfolios (VR-Bank Musterregion eG). Bei der ersten Durchsicht fällt 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Fristen priorisieren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Bringen Sie die vier Befunde in eine Bearbeitungsreihenfolge und begründen Sie.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Wiedervorlagen anlegen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Frist würde Sie am meisten ärgern, wenn sie übersehen würde – und ist sie heute im System?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Ihrem Bestand vermuten Sie die größten Datenqualitätslücken?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auslaufende Vertrag ist eigentlich ein Vertriebsanlass?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