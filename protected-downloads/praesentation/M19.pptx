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„Was wüsste Ihr Team nicht mehr, wenn Ihr erfahrenster Berater morgen ginge?"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SECI (Nonaka &amp; Takeuchi) zeigt, warum reines Dokumentieren nicht reicht – Wissen muss zirkulieren.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Kolb verbindet die Transfermethoden: jede Methode setzt an einer anderen Stelle des Zyklus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Jede Methode ist niederschwellig und alltagstauglich; typische Transferbarrieren (Zeit, Konkurrenz, Scheu) gezielt adressieren.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 Team Ostbayern: verteiltes Wissen, kein Format zum Teilen. Lösung: passende Methode zur Barriere wählen, verbindlich terminieren.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Maßnahmenplan und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Maßnahmenplan und 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und implizites Wissen im Beratungsalltag analysieren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Wissen in einem Kopf ist ein 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Wissen, das nur in einem Kopf liegt, ist ein Risiko – kein Vorsprung.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geteiltes Wissen macht das Team stärker als die Summe seiner Berater.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Wissenstransfer ist Führungsaufgabe – er passiert nicht von selbst.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Wie Wissen im Team entsteht: das SECI-Modell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Wissen entsteht in der Spirale aus implizit und explizit – Sozialisation, Externalisierung, Kombination, Internalisierung.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Implizites Erfahrungswissen wird durch Teilen explizit und wieder verinnerlicht.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Communities of Practice machen das Team zur Lerngemeinschaft.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Das SECI-Modell der Wissensspirale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Wie Erfahrung zu Wissen wird: Kolbs Lernzyklus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Erfahrung wird erst durch Reflexion zu Wissen – wer nur erlebt, ohne zu reflektieren, lernt nicht.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Erfahren, beobachten/reflektieren, verstehen, ausprobieren.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Zyklus ist der Motor jeder wirksamen Transfermethode.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Kolbs 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Fünf bewährte Transfermethoden im FK-Kontext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Wissenstransfer braucht Formate – fünf niederschwellige Methoden, die im Alltag funktionieren.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Tandem-Kundenbesuch, strukturierte Fallbesprechung, Wissenslandkarte.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Lunch-and-Learn (15 Minuten), Reverse Mentoring – auch für hybride Teams.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Team Ostbayern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Einen konkreten Wissenstransfer-Plan für das eigene Team entwerfen.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Wissenstransfer im Team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Erstellen Sie Ihren Wissenslandkarten-Steckbrief: Was können nur Sie? (AB-1)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Bereiten Sie eine strukturierte Fallbesprechung vor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Entwerfen Sie einen Wissenstransfer-Maßnahmenplan für Ihr Team (AB-3).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Wissen, das nur in einem Kopf liegt, ist ein Risiko – kein Vorsprung.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geteiltes Wissen macht das Team stärker als die Summe seiner Berater; Transfer ist Führungsaufgabe.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Wissen in Ihrem Team liegt riskant in nur einem Kopf?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fünf Methoden würde in Ihrem Team am ehesten funktionieren?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eine Transfer-Routine führen Sie im nächsten Monat verbindlich ein?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