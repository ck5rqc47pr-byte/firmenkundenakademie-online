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Wissens-Inventur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+ Sammlung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Wissenslandkarte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 (Pinnwand)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Methodenblatt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Methoden-Auswahl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Kurzpräsentationen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Commitment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schriftlich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Ihre Antwort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Meine Branchenschwerpunkte (Top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Wissen, das ich habe und andere kaum (implizit)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Erfahrungen, die ich gerne weitergeben würde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Themen, bei denen ich von anderen lernen möchte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Kollegen, die ich gerne als Tandem-Partner hätte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Wann?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organisiert?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 nimmt teil?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Erfolgskriterium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Tandem-Besuche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Monatliche Fallbesprechung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Wissenslandkarte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Lunch-and-Learn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Reverse Mentoring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