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Kein fertiges Tool – Pinnwand und Moderationskarten reichen Anleitung: Jede Person des Teams als Feld, darunter ihre Kernwissensgebiete notieren; Lücken rot markieren Häufiges Ergebnis: TN erkennen, dass Schlüsselwissen bei einer Person liegt (Single Point of Failure) Für neue Berater (&lt; 3 Jahre im Team): Wenn TN ihr Team noch nicht gut kennen, umformulieren: „Tragen Sie ein, was Sie wissen – und markieren Sie rot, was Sie nicht wissen. Dieses Ergebnis ist genauso wertvoll: Es zeigt die Wissenstransparenz-Lücke in Ihrem Team." Das „Nicht-Wissen" ist kein Scheitern, sondern das ehrlichste Ergebnis der Übung.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und implizites Wissen im Beratungsalltag analysieren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Wissens-Inventur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Sammlung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Wissenslandkarte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 (Pinnwand)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Methodenblatt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Methoden-Auswahl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Commitment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Wissenslandkarte – eigener Steckbrief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Antwort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Meine Branchenschwerpunkte (Top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Wissen, das ich habe und andere kaum (implizit)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Erfahrungen, die ich gerne weitergeben würde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Themen, bei denen ich von anderen lernen möchte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Kollegen, die ich gerne als Tandem-Partner hätte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AB-3: Wissenstransfer-Maßnahmenplan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organisiert?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nimmt teil?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Erfolgskriterium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Tandem-Besuche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Monatliche Fallbesprechung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Reverse Mentoring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