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wertvollste Wissen Ihres Teams steckt in den Köpfen einzelner – und geht mit jeder Verrentung verloren.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Formate des Wissenstransfers (kollegiale Fallberatung, SECI-Modell) und trainieren deren Moderation.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etablieren Sie Routinen, mit denen Erfahrungswissen im Team systematisch weitergegeben wird.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von implizitem Wissen unterscheiden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Wissens-Inventur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Sammlung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Wissenslandkarte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 (Pinnwand)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Methodenblatt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Methoden-Auswahl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Commitment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Ihre Antwort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Meine Branchenschwerpunkte (Top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Wissen, das ich habe und andere kaum (implizit)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Erfahrungen, die ich gerne weitergeben würde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Themen, bei denen ich von anderen lernen möchte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Kollegen, die ich gerne als Tandem-Partner hätte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Wann?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organisiert?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nimmt teil?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Erfolgskriterium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Tandem-Besuche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Monatliche Fallbesprechung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Wissenslandkarte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Lunch-and-Learn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Reverse Mentoring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