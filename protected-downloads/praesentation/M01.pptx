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„Viele Kundengespräche bleiben an der Oberfläche, weil die Bilanz ungelesen in der Akte liegt."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Kleine GmbHs legen keine GuV offen – die Daten müssen im Rahmen der Kreditwürdigkeitsprüfung (§ 18 KWG) angefordert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Rechtsstand seit Geschäftsjahr 2024 – die Schwellen wurden um rund 25 % angehoben.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Kennzahlen-Ampelkarte gibt je Kennzahl einen Benchmark und eine Bewertung – gut, beobachten, kritisch.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Auffällig: Anlagevermögen sinkt, Forderungen und Vorräte steigen deutlich – ein erstes Signal für die 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Situation: der Kunde beantragt 650 TEUR Investitionsdarlehen für eine CNC-Fräsmaschine. Steigende Forderungen und Vorräte bei sinkendem Anlagevermögen sind der Gesprächsanlass.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Selbstcheck und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Viele Kundengespräche bleiben an der Oberfläche, weil die Bilanz ungelesen in der Akte liegt.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HGB-Jahresabschlüsse sicher zu lesen und die zentralen Kennzahlen selbst zu berechnen – am durchgängigen Praxisfall eines süddeutschen Maschinenbauers.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Warnsignale auf einen Blick und leiten daraus konkrete Fragen für das nächste Kundengespräch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Warnsignale in Bilanzen (stille Lasten, Forderungsüberbestand, rückläufige EK-Quote) identifizieren und erste Nachfragen für das Kundengespräch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05–13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kurze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13–33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(Folie + Tafelanschrieb)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33–41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41–56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2a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mit direkter Anwendung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56–66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2b</a:t>
            </a:r>
            <a:r>
              <a:rPr sz="1200">
                <a:solidFill>
                  <a:srgbClr val="78808C"/>
                </a:solidFill>
                <a:latin typeface="Arial"/>
              </a:rPr>
              <a:t>  ·  Muster-Whiteboard-Rechnung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66–81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2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Vergleich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81–96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96–100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Lies die Bilanz wie eine Geschichte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Lies die Bilanz wie eine Geschichte, nicht wie eine Tabelle – jede Position erzählt von einer Entscheidung des Unternehmens.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Vier Kennzahlen (EK-Quote, Anlagendeckung, Liquidität) sagen mehr als vierzig Zeilen.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ist das zentrale Informationsinstrument der Kreditwürdigkeitsprüfung.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Bilanz, GuV und Anhang bilden ein System – die Bilanz zeigt den Stichtag, die GuV den Zeitraum.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 (§ 266 HGB): Vermögen (Aktiva) gegen Kapital (Passiva).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GuV (§ 275 HGB): Erträge gegen Aufwendungen; Anhang und Lagebericht ergänzen.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Größenklassen (§ 267 HGB, Stand 2024) bestimmen den Offenlegungsumfang.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Größenklassen nach § 267 HGB (Stand 2024)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Größenklasse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7,5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15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25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Groß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25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50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Bilanzstruktur im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Kennzahlen, die die Lage erzählen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EK-Quote, Anlagendeckung, Liquidität und EBIT-Marge verdichten die Bilanz zu einer Diagnose.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EK-Quote: der Verlustpuffer; Anlagendeckung: die Fristenkongruenz (goldene Bilanzregel).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 und Kapitaldienstdeckung zeigen, ob das Unternehmen seine Zahlungen bedienen kann.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 Bauer GmbH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 echte Musterbilanz lesen und die Kennzahlen selbst berechnen.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Musterbilanz Bauer GmbH: Aktiva im Überblick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 (TEUR)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 (TEUR)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Anlagevermögen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2.400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2.680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Vorräte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Forderungen aus L+L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Umlaufvermögen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~2.385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~1.972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Bauer GmbH analysieren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Lesen Sie die Musterbilanz Bauer GmbH (31.12.2023) und berechnen Sie die Kennzahlen (AB-1, 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jede Kennzahl mit der Ampelkarte ein (gut / beobachten / kritisch).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Nutzen Sie die 7-Schritte-Checkliste und leiten Sie erste Nachfragen fürs Kundengespräch ab (AB-4).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vom Bilanzsignal zur Nachfrage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Lies die Bilanz wie eine Geschichte, nicht wie eine Tabelle.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Position erzählt von einer Entscheidung des Unternehmens; vier Kennzahlen sagen mehr als vierzig Zeilen.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Kennzahlen war Ihnen vor diesem Modul noch unklar?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Bauer-Analyse – und wie sprechen Sie ihn an?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