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Warnsignale in Bilanzen (stille Lasten, Forderungsüberbestand, rückläufige EK-Quote) identifizieren und erste Nachfragen für das Kundengespräch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kurze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13–33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(Folie + Tafelanschrieb)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33–41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41–56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2a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mit direkter Anwendung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56–66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2b</a:t>
            </a:r>
            <a:r>
              <a:rPr sz="1200">
                <a:solidFill>
                  <a:srgbClr val="78808C"/>
                </a:solidFill>
                <a:latin typeface="Arial"/>
              </a:rPr>
              <a:t>  ·  Muster-Whiteboard-Rechnung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66–81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Vergleich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81–96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96–100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6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Verkürzte Bilanz, keine GuV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Bilanz + GuV + Anhang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Vollständig + Lagebericht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Wahlrecht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defensiv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aggressiv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Herstellungskosten (§ 255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Vorräte, niedrige Gewinne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Vorräte, hohe Gewinne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GWG-Sofortabschreibung (§ 6 Abs. 2 EStG)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AfA,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Geringere AfA,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Rückstellungen (§ 249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Rückstellungen,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Niedrigere Rückstellungen,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Forderungsbewertung (§ 253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Strenge Abwertung bei Zweifeln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Beibehaltung zweifelhafter Forderungen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