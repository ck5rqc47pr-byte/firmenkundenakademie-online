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Trainer-Hinweis Anlagendeckung II: Langfristiges FK = Bankverbindlichkeiten (1.580) abzgl. kurzfristigem Anteil (340) = 1.240 TEUR + Gesellschafterdarlehen 680 TEUR. Ohne Rangrücktrittsvertrag beim Gesellschafterdarlehen: (802 + 1.240) / 2.400 = 84,3 % → Gelb. Wichtiger Nachfragepunkt im Kundengespräch!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Bilanzlesen für Praktiker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Jahresabschlüsse sicher lesen, verstehen und interpretieren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Viele Kundengespräche bleiben an der Oberfläche, weil die Bilanz ungelesen in der Akte liegt.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HGB-Jahresabschlüsse sicher zu lesen und die zentralen Kennzahlen selbst zu berechnen – am durchgängigen Praxisfall eines süddeutschen Maschinenbauers.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Warnsignale auf einen Blick und leiten daraus konkrete Fragen für das nächste Kundengespräch ab.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Bestandteile eines HGB-Jahresabschlusses (Bilanz, GuV, Anhang)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Zusammenhang zwischen Bilanzstruktur und wirtschaftlicher Lage eines Unternehmens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Zentrale Bilanzkennzahlen (EK-Quote, Verschuldungsgrad, EBIT-Marge, KDCG, Liquidität II) anhand eines Praxisfalls berechnen und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Häufige Bilanzierungswahlrechte nach HGB identifizieren und deren Auswirkung auf Kennzahlen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Aufbau des HGB-Jahresabschlusses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WAS IST EIN JAHRESABSCHLUSS?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Jahresabschluss ist die jährliche Zusammenfassung der wirtschaftlichen Lage eines Unternehmens. Für Kapitalgesellschaften (GmbH, AG) schreibt das HGB in §§ 264 ff. folgende Bestandteile vor: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Bilanz (§ 266 HGB): Stichtagsbezogene Gegenüberstellung von Vermögen (Aktiva) und Kapital (Passiva). Die Bilanz zeigt, was ein Unternehmen besitzt und wie es finanziert ist.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Gewinn- und Verlustrechnung (§ 275 HGB): Zeitraumbezogene Darstellung von Erträgen und Aufwendungen eines Geschäftsjahres. Sie zeigt, wie ein Unternehmen Geld verdient (oder verliert).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Anhang (§ 284 HGB): Erläuterungen und Ergänzungen zu Bilanz und GuV (z.B. Bilanzierungsmethoden, Haftungsverhältnisse). Für den Kreditgeber oft wertvoller als die nackten Zahlen.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Lagebericht (§ 289 HGB): Lageeinschätzung des Managements, Risikobericht, Ausblick. Nur für mittelgroße und große Unternehmen verpflichtend.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OFFENLEGUNGSPFLICHTEN UND GRÖSSENKLASSEN (§ 267 HGB)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BILANZSTRUKTUR: MITTELHERKUNFT UND -VERWENDUNG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BILANZIERUNGSWAHLRECHTE UND IHRE WIRKUNG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BILANZKENNZAHLEN IM ÜBERBLICK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sechs zentralen Kennzahlen mit Formel, Benchmark und Bewertungsampel: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Bilanzstruktur T-Konto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981" y="1325880"/>
            <a:ext cx="832499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Bilanzkennzahlen-Karte mit Bewertungsampel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Musterbilanz „Bauer GmbH"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Unternehmensportrait (anonymisiert, branchentypisch)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Situation: Der Kunde beantragt ein neues Investitionsdarlehen über 650.000 EUR für eine neue CNC-Fräsmaschine. Sie bereiten die Kreditvorlage vor und lesen den Jahresabschluss 2023.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folgende Handlungsempfehlung verknüpft typische Bilanzsignale mit der passenden Reaktion im Kreditgespräch – nutzen Sie sie als Orientierung bei der Auswertung des Praxisfalls.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Musterbilanz Bauer GmbH (31.12.2023)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BILANZ – Aktivseite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Analyseprozess in vier Schritten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51" y="1325880"/>
            <a:ext cx="884705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Beantworten Sie diese Fragen am Ende des Moduls schriftlich (5 Minuten):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sechs Kennzahlen war Ihnen vor diesem Modul noch unklar?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ist der kritischste Befund in der Bauer GmbH-Analyse? Wie würden Sie ihn im Kundengespräch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Kunde in Ihrem Portfolio kommt Ihnen beim Blick auf die Bauer-Bilanz spontan in den Sinn?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werden Sie konkret in den nächsten 30 Tagen anders machen, wenn ein Jahresabschluss auf Ihrem Tisch liegt?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