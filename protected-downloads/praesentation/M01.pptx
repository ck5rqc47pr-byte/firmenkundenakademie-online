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Trainer-Hinweis Anlagendeckung II: Langfristiges FK = Bankverbindlichkeiten (1.580) abzgl. kurzfristigem Anteil (340) = 1.240 TEUR + Gesellschafterdarlehen 680 TEUR. Ohne Rangrücktrittsvertrag beim Gesellschafterdarlehen: (802 + 1.240) / 2.400 = 84,3 % → Gelb. Wichtiger Nachfragepunkt im Kundengespräch!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Viele Kundengespräche bleiben an der Oberfläche, weil die Bilanz ungelesen in der Akte liegt.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HGB-Jahresabschlüsse sicher zu lesen und die zentralen Kennzahlen selbst zu berechnen – am durchgängigen Praxisfall eines süddeutschen Maschinenbauers.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Warnsignale auf einen Blick und leiten daraus konkrete Fragen für das nächste Kundengespräch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(Folie + Tafelanschrieb)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35–45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45–65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mit direkter Anwendung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65–80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2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Vergleich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Größenklasse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Offenlegungspflicht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6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Verkürzte Bilanz, keine GuV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Bilanz + GuV + Anhang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Groß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Vollständig + Lagebericht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Wahlrecht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defensiv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aggressiv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Herstellungskosten (§ 255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Vorräte, niedrige Gewinne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Vorräte, hohe Gewinne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GWG-Sofortabschreibung (§ 6 Abs. 2 EStG)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AfA,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Geringere AfA,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Rückstellungen (§ 249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Rückstellungen,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Niedrigere Rückstellungen,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Forderungsbewertung (§ 253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Strenge Abwertung bei Zweifeln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Beibehaltung zweifelhafter Forderungen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BILANZ – Aktivseite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