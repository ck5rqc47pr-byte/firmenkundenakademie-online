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Trainer-Hinweis Anlagendeckung II: Langfristiges FK = Bankverbindlichkeiten (1.580) abzgl. kurzfristigem Anteil (340) = 1.240 TEUR + Gesellschafterdarlehen 680 TEUR. Ohne Rangrücktrittsvertrag beim Gesellschafterdarlehen: (802 + 1.240) / 2.400 = 84,3 % → Gelb. Wichtiger Nachfragepunkt im Kundengespräch!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sicher lesen, verstehen und interpretieren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Viele Kundengespräche bleiben an der Oberfläche, weil die Bilanz ungelesen in der Akte liegt.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HGB-Jahresabschlüsse sicher zu lesen und die zentralen Kennzahlen selbst zu berechnen – am durchgängigen Praxisfall eines süddeutschen Maschinenbauers.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Warnsignale auf einen Blick und leiten daraus konkrete Fragen für das nächste Kundengespräch 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Bestandteile eines HGB-Jahresabschlusses (Bilanz, GuV, Anhang)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Bilanzstruktur und wirtschaftlicher Lage eines Unternehmens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Bilanzkennzahlen (EK-Quote, Verschuldungsgrad, EBIT-Marge, KDCG, Liquidität II) anhand eines Praxisfalls berechnen und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Häufige Warnsignale in Bilanzen (stille Lasten, Forderungsüberbestand, rückläufige EK-Quote) identifizieren und erste Nachfragen für das Kundengespräch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05–13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kurze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13–33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(Folie + Tafelanschrieb)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33–41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41–56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2a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mit direkter Anwendung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56–66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2b</a:t>
            </a:r>
            <a:r>
              <a:rPr sz="1200">
                <a:solidFill>
                  <a:srgbClr val="78808C"/>
                </a:solidFill>
                <a:latin typeface="Arial"/>
              </a:rPr>
              <a:t>  ·  Muster-Whiteboard-Rechnung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66–81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 2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→ Vergleich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81–96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96–100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WAS IST EIN JAHRESABSCHLUSS?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ist die jährliche Zusammenfassung der wirtschaftlichen Lage eines Unternehmens. Für Kapitalgesellschaften (GmbH, AG) schreibt das HGB in §§ 264 ff. folgende Bestandteile vor: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 (§ 266 HGB): 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(§ 275 HGB): 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Anhang (§ 284 HGB): 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Lagebericht (§ 289 HGB): Lageeinschätzung des Managements, Risikobericht, Ausblick. Nur für mittelgroße und große Unternehmen verpflichtend.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OFFENLEGUNGSPFLICHTEN UND GRÖSSENKLASSEN (§ 267 HGB)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BILANZSTRUKTUR: MITTELHERKUNFT UND -VERWENDUNG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BILANZIERUNGSWAHLRECHTE UND IHRE WIRKUNG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BILANZKENNZAHLEN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sechs zentralen Kennzahlen mit Formel, Benchmark und Bewertungsampel: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Bilanzstruktur T-Konto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81" y="1325880"/>
            <a:ext cx="832499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Bilanzkennzahlen-Karte mit Bewertungsampel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Größenklasse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Offenlegungspflicht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6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Verkürzte Bilanz, keine GuV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Bilanz + GuV + Anhang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Groß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Vollständig + Lagebericht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Aufbau des HGB-Jahresabschlusses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Wahlrecht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defensiv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aggressiv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Herstellungskosten (§ 255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 Vorräte, niedrige Gewinne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 Vorräte, hohe Gewinne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GWG-Sofortabschreibung (§ 6 Abs. 2 EStG)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AfA,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Geringere AfA,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Rückstellungen (§ 249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Höhere Rückstellungen, niedrigerer 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Niedrigere Rückstellungen, höherer Gewinn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Forderungsbewertung (§ 253 HGB)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Strenge Abwertung bei Zweifeln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Beibehaltung zweifelhafter Forderungen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Musterbilanz „Bauer GmbH"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Situation: Der Kunde beantragt ein neues Investitionsdarlehen über 650.000 EUR für eine neue CNC-Fräsmaschine. Sie bereiten die Kreditvorlage vor und lesen den Jahresabschluss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Bilanzsignale mit der passenden Reaktion im Kreditgespräch – nutzen Sie sie als Orientierung bei der Auswertung des Praxisfalls.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Musterbilanz Bauer GmbH (31.12.2023)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BILANZ – Aktivseite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Analyseprozess in vier Schritten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Beantworten Sie diese Fragen am Ende des Moduls schriftlich (5 Minuten):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sechs Kennzahlen war Ihnen vor diesem Modul noch unklar?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ist der kritischste Befund in der Bauer GmbH-Analyse? Wie würden Sie ihn im Kundengespräch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Kunde in Ihrem Portfolio kommt Ihnen beim Blick auf die Bauer-Bilanz spontan in den Sinn?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werden Sie konkret in den nächsten 30 Tagen anders machen, wenn ein Jahresabschluss auf Ihrem Tisch liegt?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