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Plenum: Jeder TN formuliert eine zirkuläre Frage für seinen wichtigsten Nachfolge-Kunden. Kurze Partnerdiskussion (5 min), dann zwei Beispiele im Plenum vorstellen.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 der Unternehmensnachfolge geht es um Lebenswerke – wer hier nur Finanzierung anbietet, verliert den Kunden an den ersten Berater, der zuhört.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Phasen des Nachfolgeprozesses und die emotionale Dynamik dahinter kennen und trainieren den CEO-Dialog in einer Simulation mit externem Coach.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begleiten Sie Nachfolgesituationen strukturiert und binden die richtigen Verbundpartner ein.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Systemische und zirkuläre Fragetechniken einsetzen, um latente Zukunftsängste aufzudecken und psychologische Sicherheit herzustellen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Check-in</a:t>
            </a:r>
            <a:r>
              <a:rPr sz="900">
                <a:solidFill>
                  <a:srgbClr val="78808C"/>
                </a:solidFill>
                <a:latin typeface="Arial"/>
              </a:rPr>
              <a:t>  ·  Plenumrunde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CEO-Dialog Mindset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Systemische Fragetechniken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 Wagner KG: Analyse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(4×2)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Systemische Fragetechniken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Live-Demo durch externen Coach (Fallback: Trainer/Video, s. 3.2)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13:30–15:00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I: Erstkontakt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II: Nachfolge-Vertiefung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Plenumreflexion &amp; Transferplanung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Abschluss: Nachfolge-Roadmap skizzieren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