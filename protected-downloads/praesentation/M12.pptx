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Einführung der drei Kernwerkzeuge: 1. Wunderfrage (de Shazer, 1985 ): Angenommen, über Nacht wäre das Problem gelöst – was wäre morgen anders? 2. Zirkuläre Frage (Penn, 1982 ; Tomm, 1987 ): Was würde Ihr Steuerberater sagen, wenn ich ihn fragen würde, was Ihr größtes Hindernis ist? 3. Hypothetische Frage: Wenn Sie wüssten, dass Ihr Unternehmen in 5 Jahren verkauft wird – was würden Sie heute anders machen? Übung im Plenum: Jeder TN formuliert eine zirkuläre Frage für seinen wichtigsten Nachfolge-Kunden. Kurze Partnerdiskussion (5 min), dann zwei Beispiele im Plenum vorstellen.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Systemische und zirkuläre Fragetechniken einsetzen, um latente Zukunftsängste aufzudecken und psychologische Sicherheit herzustellen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Das CEO-Gespräch – Mindset und Vorbereitung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Fragetechniken auf Strategieebene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Theorie-Input: Nachfolge-Typen und Prozess im Überblick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Theorie-Input: Die emotionale Dimension der Nachfolge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Praxisfall: Metallverarbeitung Wagner KG, Stuttgart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Arbeitsblatt: Nachfolge-Erstgespräch strukturieren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