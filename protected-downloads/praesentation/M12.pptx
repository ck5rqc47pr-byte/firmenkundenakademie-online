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 Trainer-Hinweis Formulierungs-Kontraste: Das Board-Room-Mindset bleibt sonst abstrakt – machen Sie es an Sprache fest. Flipchart in zwei Spalten teilen: links „Dienstleister-Sprache" / rechts „Augenhöhe-Sprache" (Kontraste aus Sec 4.1 nutzen). Lassen Sie die TN zuerst ihre eigenen Einstiegsformulierungen für ein CEO-Gespräch nennen („Was sagen Sie, wenn Sie aktuell in ein CEO-Gespräch einsteigen?"), sammeln Sie diese in der linken Spalte und entwickeln Sie das Reframing rechts gemeinsam. Dauer: ca. 5 Minuten Extra-Interaktion – der Schritt von Prinzip zu Praxis, den der Vortrag allein nicht leistet.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 (pragmatisch, ohne Typ-Zwang): Jeder TN formuliert „eine Frage, die eine andere Perspektive ins Gespräch bringt – aus der Sicht einer Person, die nicht im Raum ist." Muss keine zirkuläre Frage im Lehrbuch-Sinne sein – Hauptsache, der TN verlässt die Ich-Perspektive des Unternehmers. Kurze Partnerdiskussion (5 min), dann zwei Beispiele im Plenum vorstellen. Wichtig: Nicht die korrekte Kategorie bewerten, sondern die Wirkung der Frage. Die Drei-Typen-Taxonomie ist eine Lernhilfe, kein Anwendungsraster (siehe Kasten in Sec 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psychologische Gesprächsdynamik im CEO-Dialog analysieren und das Fragemuster nach systemischen und zirkulären Techniken strukturieren, um latente Zukunftsängste aufzudecken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