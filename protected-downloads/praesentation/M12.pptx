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Plenum: Jeder TN formuliert eine zirkuläre Frage für seinen wichtigsten Nachfolge-Kunden. Kurze Partnerdiskussion (5 min), dann zwei Beispiele im Plenum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Das CEO-Gespräch – Mindset und Vorbereitung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Fragetechniken auf Strategieebene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Theorie-Input: Nachfolge-Typen und Prozess im Überblick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Theorie-Input: Die emotionale Dimension der Nachfolge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Praxisfall: Metallverarbeitung Wagner KG, Stuttgart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Arbeitsblatt: Nachfolge-Erstgespräch strukturieren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