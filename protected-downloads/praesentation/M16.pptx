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„Welche Kennzahl nutzen Sie heute, um Ihren Bestand zu steuern?" Meist DB – die NMZ geht weiter.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der DB kann trügen – ein margenstarker, aber risikoreicher Kunde ist auf NMZ-Basis oft unattraktiv.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Leseübung: ein NMZ-Ranking gemeinsam interpretieren – wo sitzt der Ertrag, wo die Verlustbringer?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Prozess funktioniert nur als Routine – 30 Minuten fest im Monatskalender.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Nicht alle Verlustbringer gleich behandeln: manche haben einen klaren Hebel, andere sind Exit-Kandidaten.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Wenn der Kunde mit Sparkassen-Wechsel droht: ruhig bleiben, Gesamtpaket anbieten, im Zweifel Exit-Prüfung mit Bereichsleiter (M14).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Felix ist 0,29 Prozentpunkte unter Ziel. Sieben Kunden ziehen die Bestands-NMZ nach unten – dort liegt der Hebel.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Beispiel Metzger GmbH: NMZ −0,20 %, Rating D, Marge zu niedrig – Hebel Rating/Exit, nicht Konditionen. Ursachengerecht handeln, nicht pauschal.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Maßnahmenplan und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eine Kennzahl, die alles bündelt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Steuere den Bestand über die eine Kennzahl, die alles bündelt: die Nettomarge (NMZ).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vereint Zinsergebnis, Provisionen, Risikokosten und Eigenkapitalkosten in einer Zahl.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zeigt, was ein Kunde nach allen Kosten wirklich zum Ergebnis beiträgt.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die NMZ dem Deckungsbeitrag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DB zeigt den Ertrag, die NMZ zeigt den Ertrag nach Risiko und Kapitalbindung – erst das ist Steuerungsgröße.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DB ignoriert Risikokosten und Eigenkapitalkosten; die NMZ rechnet sie 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Kunden mit gleichem DB können völlig unterschiedliche NMZ haben.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Nettomargenbeitrag (NMZ) im Aufbau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Wo die NMZ-Daten herkommen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NMZ liegt im agree-Reporting bereit – man muss das Ranking nur regelmäßig 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Bestandsranking zeigt jeden Kunden mit seiner NMZ und den Komponenten.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Interner Benchmark der Bank als Zielmarke (z. B. 1,10 %).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3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Der NMZ-Optimierungsprozess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Identifizieren, priorisieren, handeln – monatlich, mit Fokus.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1: identifizieren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Dreißig Minuten im Monat genügen, um die Verlustbringer und die Hebel im Bestand zu finden.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Monatlich das NMZ-Ranking aufrufen und die Kunden unter Benchmark markieren.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Besonderes Augenmerk auf Kunden mit NMZ unter 0,5 % oder negativem 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2: priorisieren nach Hebel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drei Kunden mit dem größten Hebel schlagen zwanzig Aktionen ohne Fokus.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Kunde die Hauptursache bestimmen: Konditionen, Rating, Cross-Selling-Lücke, Risikokosten.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Hebelgröße sortieren – wo bringt eine Maßnahme den meisten NMZ-Zuwachs?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erkannte NMZ-Lücke ist erst geschlossen, wenn die Maßnahme umgesetzt und dokumentiert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nach Ursache: Konditionen anpassen, Cross-Selling, Rating verbessern oder Exit prüfen.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Maßnahme, Verantwortlichen und Termin im System festhalten.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Felix Braun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Maßnahmenpaket entwickeln, das die Bestands-NMZ zum Benchmark bringt.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Felix Braun: Ausgangslage im Bestand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Ziel/Hebel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Bestands-NMZ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0,81 %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Benchmark 1,10 %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NMZ &lt; 0,5 %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 Kunden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davon 2 negativer DB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NMZ-Bestandsbild und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Ihr NMZ-Bestandsbild und markieren Sie die Kunden unter Benchmark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Priorisieren Sie die drei Kunden mit dem größten Hebel.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Entwickeln Sie je Kunde einen Maßnahmenplan mit Ursache, Hebel und Termin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Steuere den Bestand über die eine Kennzahl, die alles bündelt: die Nettomarge.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zeigt, wo Ertrag verloren geht – die drei Kunden mit dem größten Hebel schlagen zwanzig Aktionen ohne Fokus.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Kunden in Ihrem Bestand haben den größten NMZ-Hebel?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Ihrem Monat ist die feste halbe Stunde für den NMZ-Blick?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Verlustbringer ist der Hebel eine Konditionsanpassung – und bei welchem der Exit?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