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„Welche Kennzahl nutzen Sie heute, um Ihren Bestand zu steuern?" Meist DB – die KNM geht weiter.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der DB kann trügen – ein margenstarker, aber risikoreicher Kunde ist auf KNM-Basis oft unattraktiv.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Leseübung: ein KNM-Ranking gemeinsam interpretieren – wo sitzt der Ertrag, wo die Verlustbringer?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Prozess funktioniert nur als Routine – 30 Minuten fest im Monatskalender.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Nicht alle Verlustbringer gleich behandeln: manche haben einen klaren Hebel, andere sind Exit-Kandidaten.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Wenn der Kunde mit Sparkassen-Wechsel droht: ruhig bleiben, Gesamtpaket anbieten, im Zweifel Exit-Prüfung mit Bereichsleiter (M14).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Felix ist 0,29 Prozentpunkte unter Ziel. Sieben Kunden ziehen die Bestands-KNM nach unten – dort liegt der Hebel.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 Musterlösung (Trainer-Version)</a:t>
            </a:r>
          </a:p>
          <a:p>
            <a:r>
              <a:t>Beispiel Metzger GmbH: KNM −0,20 %, Rating D, Marge zu niedrig – Hebel Rating/Exit, nicht Konditionen. Ursachengerecht handeln, nicht pauschal.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Maßnahmenplan und Selbstcheck.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nach 4 Wochen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Kundennettomarge optimieren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Kundennettomarge (KNM) im Firmenkundenbestand messen, verstehen und systematisch verbessern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Nicht jeder Kunde mit hohem Volumen bringt hohen Ertrag.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Kundennettomarge (KNM) macht sichtbar, welchen bereinigten Nettoertrag ein Engagement je Euro Kreditvolumen wirklich abwirft – nach Refinanzierungs- und Risikokosten.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lesen Sie Ihre KNM-Berichte in agree, identifizieren die Kunden mit dem größten Verbesserungspotenzial und leiten für jeden einen konkreten Ertragshebel ab.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So steuern Sie Ihren Bestand nicht nach Volumen, sondern nach Ertrag.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was die Kundennettomarge (KNM) misst, wie sie berechnet wird und warum sie die zentrale Steuerungsgröße im VR-Firmenkundensegment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Unterschiede zwischen KNM auf Einzel-, Segment- und Bestandsebene erläutern und die eigene KNM in den internen Benchmark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KNM-Berichte in agree lesen und die drei Kunden mit dem größten Verbesserungspotenzial im eigenen Bestand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jeden identifizierten Kunden mind. eine konkrete KNM-Verbesserungsmaßnahme ableiten und den Hebel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KNM-Struktur des Gesamtbestands nach Ertragskomponenten analysieren und das dominante Schwachfeld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agree-Demo</a:t>
            </a:r>
            <a:r>
              <a:rPr sz="900">
                <a:solidFill>
                  <a:srgbClr val="78808C"/>
                </a:solidFill>
                <a:latin typeface="Arial"/>
              </a:rPr>
              <a:t>  ·  Demo am Beamer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2er-Teams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01:06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Blitzlicht-Runde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Einzeln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eine Kennzahl, die alles bündelt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Steuere den Bestand über die eine Kennzahl, die alles bündelt: die Nettomarge (KNM).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KNM vereint Zinsergebnis, Provisionen, Risikokosten und Eigenkapitalkosten in einer Zahl.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Sie zeigt, was ein Kunde nach allen Kosten wirklich zum Ergebnis beiträgt.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Warum die KNM dem Deckungsbeitrag überlegen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DB zeigt den Ertrag, die KNM zeigt den Ertrag nach Risiko und Kapitalbindung – erst das ist Steuerungsgröße.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DB ignoriert Risikokosten und Eigenkapitalkosten; die KNM rechnet sie ein.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Zwei Kunden mit gleichem DB können völlig unterschiedliche KNM haben.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Der Kundennettomarge (KNM) im Aufbau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Wo die KNM-Daten herkommen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KNM liegt im agree-Reporting bereit – man muss das Ranking nur regelmäßig lesen.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Bestandsranking zeigt jeden Kunden mit seiner KNM und den Komponenten.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Interner Benchmark der Bank als Zielmarke (z. B. 1,10 %).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3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Der KNM-Optimierungsprozess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Identifizieren, priorisieren, handeln – monatlich, mit Fokus.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Schritt 1: identifizieren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Dreißig Minuten im Monat genügen, um die Verlustbringer und die Hebel im Bestand zu finden.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Monatlich das KNM-Ranking aufrufen und die Kunden unter Benchmark markieren.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Besonderes Augenmerk auf Kunden mit KNM unter 0,5 % oder negativem 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Schritt 2: priorisieren nach Hebel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drei Kunden mit dem größten Hebel schlagen zwanzig Aktionen ohne Fokus.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 Kunde die Hauptursache bestimmen: Konditionen, Rating, Cross-Selling-Lücke, Risikokosten.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Hebelgröße sortieren – wo bringt eine Maßnahme den meisten KNM-Zuwachs?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Schritt 3: handeln und dokumentieren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erkannte KNM-Lücke ist erst geschlossen, wenn die Maßnahme umgesetzt und dokumentiert ist.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 nach Ursache: Konditionen anpassen, Cross-Selling, Rating verbessern oder Exit prüfen.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Maßnahme, Verantwortlichen und Termin im System festhalten.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Praxiscase Felix Braun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Maßnahmenpaket entwickeln, das die Bestands-KNM zum Benchmark bringt.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Felix Braun: Ausgangslage im Bestand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Größe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Ziel/Hebel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Bestands-KNM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0,81 %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Benchmark 1,10 %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 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KNM &lt; 0,5 %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 Kunden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davon 2 negativer DB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KNM-Bestandsbild und 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Erstellen Sie Ihr KNM-Bestandsbild und markieren Sie die Kunden unter Benchmark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Priorisieren Sie die drei Kunden mit dem größten Hebel.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Entwickeln Sie je Kunde einen Maßnahmenplan mit Ursache, Hebel und Termin (AB-2).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Steuere den Bestand über die eine Kennzahl, die alles bündelt: die Nettomarge.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KNM zeigt, wo Ertrag verloren geht – die drei Kunden mit dem größten Hebel schlagen zwanzig Aktionen ohne Fokus.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drei Kunden in Ihrem Bestand haben den größten KNM-Hebel?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in Ihrem Monat ist die feste halbe Stunde für den KNM-Blick?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Verlustbringer ist der Hebel eine Konditionsanpassung – und bei welchem der Exit?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