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NMZ-Optimierung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Nettomargenziffer im Firmenkundenbestand messen, verstehen und systematisch verbessern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erheblicher Teil der Beraterzeit fließt in Administration statt in Kundenkontakt.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analysieren Ihre eigene Nettomarktzeit, identifizieren die größten Zeitfresser und entwickeln konkrete Gegenmaßnahmen.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gewinnen Sie messbar Zeit für das, was Ertrag bringt: das Kundengespräch.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Erklären, was die Nettomargenziffer (NMZ) misst, wie sie berechnet wird und warum sie die zentrale Steuerungsgröße im VR-Firmenkundensegment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Unterschiede zwischen NMZ auf Einzel-, Segment- und Bestandsebene erläutern und die eigene NMZ in den internen Benchmark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NMZ-Berichte in agree lesen und die drei Kunden mit dem größten Verbesserungspotenzial im eigenen Bestand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jeden identifizierten Kunden mind. eine konkrete NMZ-Verbesserungsmaßnahme ableiten und den Hebel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NMZ-Struktur des Gesamtbestands nach Ertragskomponenten analysieren und das dominante Schwachfeld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NMZ (%) = Deckungsbeitrag II × 100 / Kreditvolumen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Sie ist damit die auf das Volumen normierte Version des Kundendeckungsbeitrags (M14), was Vergleiche zwischen Kunden unterschiedlicher Größe erst möglich macht.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die NMZ dem DB überlegen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Rolfes (1999 ) betont, dass Banken ohne normierte Ertragskennzahlen systematisch Kapital in renditeschwache Engagements lenken, weil die absoluten Beträge groß aussehen.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Die NMZ-Komponenten im Detail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NMZ wird von vier Treibern bewegt – jeder Treiber entspricht einem Hebel für die Optimierung: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NMZ-Berichte in agree lesen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Nettomargenbeitrag NMZ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Wo finde ich meine NMZ-Daten?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agree (Atruvia) stehen NMZ-relevante Auswertungen über folgende Einstiegspunkte zur Verfügung: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Leseübung: NMZ-Ranking interpretieren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Stellen Sie sich vor, Ihr Bestand zeigt folgendes NMZ-Ranking (Auszug):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Sofortmaßnahmen aus diesem Ranking: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Huber Bau GmbH (0,30 %): Rating prüfen, Besicherung optimieren, Verbund aktivieren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Fischer Transport (−0,30 %): Konditionengespräch unverzüglich, Exit-Prüfung falls keine Verbesserung möglich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Der NMZ-Optimierungsprozess: 3 Schritte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Identifizieren (monatlich,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Einmal im Monat: agree-NMZ-Ranking aufrufen. Die fünf Kunden mit der niedrigsten NMZ markieren. Für jeden prüfen: Was ist die Hauptursache? (Marge? Kein Verbund? Rating? Betreuungskosten?)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Priorisieren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fünf auf einmal angehen. Priorisierung nach zwei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Potenzial der Verbesserung: Wie stark könnte sich die NMZ verbessern?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Hebelverfügbarkeit: Wie schnell und einfach lässt sich der Hebel aktivieren?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Einfache Priorisierungsmatrix: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Handeln und dokumentieren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Für jeden Prio-1-Kunden: konkrete Maßnahme definieren, Termin setzen, in agree dokumentieren. Die Maßnahme muss einem der vier NMZ-Hebel zugeordnet sein: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Zinshebel: Konditionengespräch vorbereiten (→ M14)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Verbundhebel: Verbundpartner-Termin vereinbaren (→ M13)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Risikohebel: Rating-Gespräch, Besicherungsoptimierung (gemeinsam mit Marktfolge/Kredit)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Kostenhebel: Betreuungsintensität überprüfen (Führungsgespräch)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Stichwort-Leitfaden: Margenverteidigung im Konditionsgespräch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Das Ablesen der NMZ ist der einfache Teil. Das Gespräch mit dem Kunden über eine Margenanpassung ist der schwierige. Drei praxiserprobte Argumentationslinien: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Felix Braun optimiert seinen Bestand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ruft das Bestandsranking auf. Er sieht sofort: Sieben Kunden haben eine NMZ unter 0,5 %, davon zwei mit negativem DB. Die Hauptursache variiert: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Felix priorisiert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NMZ-Bestandsbild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Dominantes Schwachfeld in meinem Bestand: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☐ Zinsmarge zu niedrig  ☐ Verbundgeschäft fehlt  ☐ Risikokosten zu hoch  ☐ Betreuungskosten zu hoch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Maßnahmenplan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Ziel für die nächsten 90 Tage: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