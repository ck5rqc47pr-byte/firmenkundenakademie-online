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Nettomargenziffer im Firmenkundenbestand messen, verstehen und systematisch verbessern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erheblicher Teil der Beraterzeit fließt in Administration statt in Kundenkontakt.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Ihre eigene Nettomarktzeit, identifizieren die größten Zeitfresser und entwickeln konkrete Gegenmaßnahmen.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gewinnen Sie messbar Zeit für das, was Ertrag bringt: das Kundengespräch.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NMZ auf Einzel-, Segment- und Bestandsebene erläutern und die eigene NMZ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NMZ-Berichte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NMZ-Verbesserungsmaßnahme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NMZ-Struktur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agree-Demo</a:t>
            </a:r>
            <a:r>
              <a:rPr sz="900">
                <a:solidFill>
                  <a:srgbClr val="78808C"/>
                </a:solidFill>
                <a:latin typeface="Arial"/>
              </a:rPr>
              <a:t>  ·  Demo am Beamer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2er-Teams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Blitzlicht-Runde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Einzeln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NMZ (%) = Deckungsbeitrag II × 100 / Kreditvolumen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ist damit die auf das Volumen normierte Version des Kundendeckungsbeitrags (M14), was Vergleiche zwischen Kunden unterschiedlicher Größe erst möglich macht.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die NMZ dem DB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Rolfes (1999 ) betont, dass Banken ohne normierte Ertragskennzahlen systematisch Kapital in renditeschwache Engagements lenken, weil die absoluten Beträge groß aussehen.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Die NMZ-Komponenten im Detail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NMZ wird von vier Treibern bewegt – jeder Treiber entspricht einem Hebel für die Optimierung: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NMZ-Berichte in agree lesen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Nettomargenbeitrag NMZ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Wo finde ich meine NMZ-Daten?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(Atruvia) stehen NMZ-relevante Auswertungen über folgende Einstiegspunkte zur Verfügung: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Leseübung: NMZ-Ranking interpretieren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Stellen Sie sich vor, Ihr Bestand zeigt folgendes NMZ-Ranking (Auszug):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Sofortmaßnahmen aus diesem Ranking: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Huber Bau GmbH (0,30 %): Rating prüfen, Besicherung optimieren, Verbund aktivieren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Fischer Transport (−0,30 %): Konditionengespräch unverzüglich, Exit-Prüfung falls keine Verbesserung möglich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Der NMZ-Optimierungsprozess: 3 Schritte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Identifizieren (monatlich,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alle fünf auf einmal angehen. Priorisierung nach zwei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Potenzial der Verbesserung: Wie stark könnte sich die NMZ verbessern?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Hebelverfügbarkeit: Wie schnell und einfach lässt sich der Hebel aktivieren?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Einfache Priorisierungsmatrix: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/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Schnell umsetzbar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Langfristig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Hohes Verbesserungspotenzial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Sofort angehen (Prio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Mittelfristig planen (Prio 2)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Niedriges Verbesserungspotenzial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Opportunistisch (Prio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Deprioritisieren (Prio 4)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jeden Prio-1-Kunden: konkrete Maßnahme definieren, Termin setzen, in agree dokumentieren. Die Maßnahme muss einem der vier NMZ-Hebel zugeordnet sein: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Zinshebel: Konditionengespräch vorbereiten (→ M14)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Verbundhebel: Verbundpartner-Termin vereinbaren (→ M13)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Risikohebel: Rating-Gespräch, Besicherungsoptimierung (gemeinsam mit Marktfolge/Kredit)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Kostenhebel: Betreuungsintensität überprüfen (Führungsgespräch)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Stichwort-Leitfaden: Margenverteidigung im Konditionsgespräch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Ablesen der NMZ ist der einfache Teil. Das Gespräch mit dem Kunden über eine Margenanpassung ist der schwierige. Drei praxiserprobte Argumentationslinien: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Felix Braun optimiert seinen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Felix ruft das Bestandsranking auf. Er sieht sofort: Sieben Kunden haben eine NMZ unter 0,5 %, davon zwei mit negativem DB. Die Hauptursache variiert: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Felix priorisiert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Hauptursache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Metzger GmbH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−0,20 %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 D, Marge 1,10 %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 / Exit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 Franz KG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0,22 %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Marge (0,95 %), kein Verbund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 + Zins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Holz Meier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Betreuungskosten (22 Std.)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Kostenhebel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 König GmbH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0,41 %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Kein Verbund (R+V, UI beide offen)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Druck Schmidt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0,45 %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Laufende Linie hoch ausgenutzt (EAD↑)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Besicherung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Dominantes Schwachfeld in meinem Bestand: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Zinsmarge zu niedrig  ☐ Verbundgeschäft fehlt  ☐ Risikokosten zu hoch  ☐ Betreuungskosten zu hoch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 (von unten)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Hauptursache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Ziel für die nächsten 90 Tage: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