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Metzger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−0,20 %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D, Marge 1,10 %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/ Exit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 Franz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0,22 %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 (0,95 %), kein Verbund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 + Zins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Holz Meier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Betreuungskosten (22 Std.)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Kostenhebel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 König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Verbund (R+V, UI beide 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Druck Schmidt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Laufende Linie hoch ausgenutzt (EAD↑)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Besicherung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