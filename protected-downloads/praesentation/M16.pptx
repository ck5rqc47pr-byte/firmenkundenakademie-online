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erheblicher Teil der Beraterzeit fließt in Administration statt in Kundenkontakt.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Ihre eigene Nettomarktzeit, identifizieren die größten Zeitfresser und entwickeln konkrete Gegenmaßnahmen.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gewinnen Sie messbar Zeit für das, was Ertrag bringt: das Kundengespräch.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agree-Demo</a:t>
            </a:r>
            <a:r>
              <a:rPr sz="900">
                <a:solidFill>
                  <a:srgbClr val="78808C"/>
                </a:solidFill>
                <a:latin typeface="Arial"/>
              </a:rPr>
              <a:t>  ·  Demo am Beamer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2er-Teams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Blitzlicht-Runde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Einzeln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Schnell umsetzbar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Langfristig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angehen (Prio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Mittelfristig planen (Prio 2)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Opportunistisch (Prio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Deprioritisieren (Prio 4)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Metzger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−0,20 %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D, Marge 1,10 %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/ Exit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 Franz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0,22 %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 (0,95 %), kein Verbund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 + Zins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Holz Meier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Betreuungskosten (22 Std.)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Kostenhebel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 König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Kein Verbund (R+V, UI beide offen)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Druck Schmidt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Laufende Linie hoch ausgenutzt (EAD↑)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Besicherung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 (von unten)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Ziel für die nächsten 90 Tage: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