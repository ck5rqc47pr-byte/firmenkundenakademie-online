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Konkreten Satz aus dem Berufsalltag nehmen: z.B. Unternehmer sagt: „Wir brauchen eigentlich keine neue Finanzierung." Trainer fragt: Was hören Sie auf welchem Ohr? Häufig: TN hören nur auf dem Sachohr. Dann zeigen: Selbstoffenbarung = „Ich habe Angst vor Abhängigkeit"; Appell = „Zeigen Sie mir einen Mehrwert, der meinen Preis wert ist." Typische Teilnehmerreaktion: „Das ist doch Überinterpretation." → Gegenargument: Im Zweifel besser eine Ebene zu viel prüfen als eine zu wenig. Im Firmenkundengeschäft sind offene Gesprächspunkte teuer.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Bei der Demo: Trainer bricht nach 8–10 Min ab und fragt TN: „Was hat der Berater gut gemacht?" und „Wo hätte er vertiefen sollen?" – dies erhöht die Lernintensität durch Beobachterrolle. Im Rollenspiel: Unternehmerrolle gibt Instruktionen auf dem Rollenkarten-Rücken, die nur der Unternehmer-Spieler kennt (z. B. „Nachfolge ist ein echtes Problem, aber Sie sprechen nicht darüber, bis Sie direkt gefragt werden"). Dies erzeugt realistische latente Bedarfe.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Strukturierte Bedarfsanalyse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Vom Jahresgespräch zum echten Bedarf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Wer nur die Produktliste abfragt, findet nur den Bedarf, den der Kunde schon kennt.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eine strukturierte Gesprächsführung mit SPIN-Fragetechnik und üben sie im Rollenspiel.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decken Sie Bedarfe systematisch auf und führen Beratungsgespräche mit klarem roten Faden.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UnternehmerDialog als strukturiertes Gesprächsführungsinstrument situationsgerecht einsetzen und alle relevanten Bedarfsdimensionen systematisch erschließen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Kundensignale auf den vier Kommunikationsebenen nach Schulz von Thun differenziert erkennen und den Bedeutungsrahmen hinter sachlichen Aussagen entschlüsseln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Vollständigkeitsgrad einer Bedarfsanalyse bewerten, offene Dimensionen benennen und die nächsten Gesprächsschritte priorisieren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00–10'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Kartenabfrage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10–25'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I: Vier-Ohren</a:t>
            </a:r>
            <a:r>
              <a:rPr sz="1200">
                <a:solidFill>
                  <a:srgbClr val="78808C"/>
                </a:solidFill>
                <a:latin typeface="Arial"/>
              </a:rPr>
              <a:t>  ·  Vortrag + Übung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25–35'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II: SPIN</a:t>
            </a:r>
            <a:r>
              <a:rPr sz="1200">
                <a:solidFill>
                  <a:srgbClr val="78808C"/>
                </a:solidFill>
                <a:latin typeface="Arial"/>
              </a:rPr>
              <a:t>  ·  Vortrag +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35–50'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Demo-Gespräch</a:t>
            </a:r>
            <a:r>
              <a:rPr sz="1200">
                <a:solidFill>
                  <a:srgbClr val="78808C"/>
                </a:solidFill>
                <a:latin typeface="Arial"/>
              </a:rPr>
              <a:t>  ·  Fishbowl-Demo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50–80'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Rollenspiel</a:t>
            </a:r>
            <a:r>
              <a:rPr sz="1200">
                <a:solidFill>
                  <a:srgbClr val="78808C"/>
                </a:solidFill>
                <a:latin typeface="Arial"/>
              </a:rPr>
              <a:t>  ·  Paralleles Tandem-Rollenspiel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80–88'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Debriefing</a:t>
            </a:r>
            <a:r>
              <a:rPr sz="1200">
                <a:solidFill>
                  <a:srgbClr val="78808C"/>
                </a:solidFill>
                <a:latin typeface="Arial"/>
              </a:rPr>
              <a:t>  ·  Moderation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88–90'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Vier-Ohren-Modell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Jede Aussage Ihres Unternehmerkunden enthält gleichzeitig vier Botschaften: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SPIN-Fragenmodell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Rackham  hat nachgewiesen, dass der Unterschied zwischen durchschnittlichen und herausragenden Beratern primär in der Qualität der Fragen liegt – nicht in der Qualität der Produktpräsentation.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SPIN-Fragetrichter nach Rackham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Florian Maurer, Metallbau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UNTERNEHMENSPROFIL (BERATER-INFORMATION)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BEKANNTE BEDARFE (SICHTBAR)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Maschinenerneuerung: Zwei Drehmaschinen (Investitionsvolumen ca. 180 TEUR) geplant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Erweiterung der Kontokorrentlinie auf 400 TEUR für Auftragsvorfinanzierung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LATENTE BEDARFE (NUR DEM UNTERNEHMER BEKANNT – FÜR ROLLENSPIELER)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 ungeklärt (echter latenter Bedarf): Sohn (26) zeigt kein Interesse; Maurer hat kein Testament, keinen Gesellschaftervertrag für den Todesfall. Maurer spricht nicht darüber, weil er das Thema mit sich selbst noch nicht geklärt hat – er hofft, der Sohn ändert noch seine Meinung.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Stille Beteiligung läuft aus (echter latenter Bedarf): Ein Schwager ist seit 2012 stiller Gesellschafter (80 TEUR). Die Beteiligung hat eine Kündigungsfrist bis Ende 2025; Maurer hat noch keine Anschlussfinanzierung. Er spricht nicht darüber, weil er befürchtet, die Bank könnte das als Risiko werten.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Liquiditätsengpass (bekannt, aber nicht priorisiert): Der neue Großkunde zahlt mit 60 Tagen Ziel; bei Großaufträgen (&gt; 80 TEUR) entsteht Vorlauffinanzierungsbedarf. Maurer hält das für ein temporäres Problem und hat KK bisher ausreichend gefunden.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Private Absicherung (latent): Florian Maurer hat seit Jahren keine BU-Versicherung mehr; private Krankenversicherung läuft als Einzelvertrag ohne Unternehmensbezug.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OPTIONALE ROLLENSPIELVARIANTEN (FÜR ERFAHRENE GRUPPEN ODER ZWEITE RUNDE)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Variante A – Der wortkarger Unternehmer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Variante B – Zwei Gesellschafter am Tisch (GbR-Situation)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Beobachtungsbogen (für den dritten Rollenspieler)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Stärken (2–3 konkrete Beobachtungen):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Entwicklungsfeld (1 konkreter, umsetzbarer Hinweis):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