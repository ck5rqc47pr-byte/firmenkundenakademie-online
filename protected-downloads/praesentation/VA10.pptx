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Einzelkaufmann (e.K.): Unterlagen Unternehmen: Gewerbeanmeldung oder HR-Auszug (falls eingetragen). Unterlagen handelnde Person: gültiger Personalausweis oder Reisepass des Inhabers; bei Prokura zusätzlich HR-Auszug mit Prokuraeintrag und Personalausweis des Prokuristen.</a:t>
            </a:r>
          </a:p>
          <a:p>
            <a:r>
              <a:t>GbR: Unterlagen Unternehmen: Gesellschaftsvertrag (kein HR-Eintrag). Unterlagen handelnde Personen: Personalausweis aller Gesellschafter, die als Zeichnungsberechtigte auftreten. Achtung: Ohne Gesellschaftsvertrag ist die Vertretungsregelung unklar – im Zweifel alle Gesellschafter zeichnen lassen.</a:t>
            </a:r>
          </a:p>
          <a:p>
            <a:r>
              <a:t>GmbH: Unterlagen Unternehmen: aktueller HR-Auszug (enthält GF, Vertretungsregelung). Unterlagen handelnde Person: Personalausweis des/der Geschäftsführer, ggf. Prokuristen. Gesellschaftsvertrag im Regelfall nicht erforderlich (HR-Eintrag ist maßgeblich).</a:t>
            </a:r>
          </a:p>
          <a:p>
            <a:r>
              <a:t>GmbH &amp; Co. KG: Unterlagen Unternehmen: HR-Auszug der KG + HR-Auszug der Komplementär-GmbH + ggf. Gesellschaftsvertrag der KG. Unterlagen handelnde Person: Personalausweis des Geschäftsführers der Komplementär-GmbH; bei Kommanditisten-Identifizierung nach GwG ggf. weitere Ausweise. Höchster Prüfaufwand wegen der Doppelstruktur (zwei Register, zwei Gesellschaften).</a:t>
            </a:r>
          </a:p>
          <a:p>
            <a:r>
              <a:t>Trainer-Hinweis: Die Musterlösung zeigt das Regelfall-Mindestrepertoire. Hausindividuelle Anforderungen (z. B. intern vorgeschriebene Formulare, Erweiterungen durch GwG-Richtlinien) gehen vor. Den Teilnehmern klarmachen: Das Prinzip ist überall gleich – die Checkliste (AB-5) ist das Werkzeug, das hausindividuelle Ergänzungen verträgt.</a:t>
            </a:r>
          </a:p>
          <a:p>
            <a:r>
              <a:t>AB-2 Musterlösung (Trainer-Version)</a:t>
            </a:r>
          </a:p>
          <a:p>
            <a:r>
              <a:t>1. Herr Weber allein: Nein – Gesamtvertretung, er benötigt einen zweiten Gesamtvertreter oder einen Prokuristen.</a:t>
            </a:r>
          </a:p>
          <a:p>
            <a:r>
              <a:t>2. Herr Kern allein: Nein – Prokuristen können allein handeln (Einzelprokura laut HR), aber Grundstücksgeschäfte sind ausgenommen. Für Kreditverträge ohne Grundstücksbezug: Ja, wenn Einzelprokura eingetragen.</a:t>
            </a:r>
          </a:p>
          <a:p>
            <a:r>
              <a:t>3. Rechtswirksame Kombinationen: Weber + Bauer; Weber + Kern (ppa.); Bauer + Kern (ppa.); Kern allein (ppa., für Nichtgrundstücksgeschäfte).</a:t>
            </a:r>
          </a:p>
          <a:p>
            <a:r>
              <a:t>4. Abzugleichen: (a) Ist der Unterzeichner im aktuellen HR-Auszug eingetragen? (b) Ist die Vertretungsregelung (Einzel/Gesamt) eingehalten? (c) Ist bei Prokura „ppa." auf dem Dokument vermerkt?</a:t>
            </a:r>
          </a:p>
          <a:p>
            <a:r>
              <a:t>Trainer-Hinweis: Häufige Verwechslung: Prokuristen werden oft als „fast wie Geschäftsführer" wahrgenommen. Klarstellen: Ein Prokurist darf sehr viel – aber er darf Grundstücke nicht veräußern oder belasten, sofern ihm diese Befugnis nicht besonders erteilt wurde (§ 49 Abs. 2 HGB). Das ist für Grundschuldbestellungen der zentrale Prüfpunkt: Die erweiterte Befugnis (sog. Immobiliarprokura) muss im Handelsregister eingetragen sein, um gegenüber der Bank zu wirken – nicht notariell beurkundet. Steht sie nicht im HR-Auszug, muss der Geschäft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Neukunden rechtssicher anlegen: Legitimation &amp; Vertretungsberechtigung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Legitimation, Kontoeröffnung und Vertretungsbefugnis im Firmenkundengeschäft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Beim Anlegen eines neuen Firmenkunden entscheiden die ersten Minuten: Welche Unterlagen brauchen Sie wirklich – und wer darf überhaupt für das Unternehmen handeln?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erarbeiten Sie die gesetzlichen Anforderungen an die Legitimationsprüfung und die Vertretungsberechtigung für die wichtigsten Rechtsformen.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lesen einen Handelsregisterauszug sicher aus, erkennen typische Formfehler – und wissen, wann Sie eskalieren müssen.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gesetzlichen Legitimationspflichten bei der Kontoeröffnung für natürliche Personen und juristische Personen bzw. Personengesellschaften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Grundsatz der Kontenwahrheit nach § 154 AO und die Identifizierungspflicht nach §§ 10–11 GwG in eigenen Worten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Anhand eines Handelsregisterauszugs die Vertretungsregelung (Einzel-/Gesamtvertretung, Prokura ppa.) bestimmen und auf die Bankdokumente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Erforderliche Legitimationsunterlagen für verschiedene Rechtsformen (GmbH, GmbH &amp; Co. KG, GbR, Einzelkaufmann) zusammenstellen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Formfehler bei der Vertretungsprüfung erkennen und das korrekte Eskalationsverhalten beschreiben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Legitimation &amp; Kontenwahrheit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Vertretungsberechtigung nach Rechtsform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Tabelle Flipchart/Folie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00:35–00:40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00:40–00:55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AB-5 &amp; 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Legitimation &amp; Kontenwahrheit – warum das Gesetz Klarheit verlangt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Wo wird legitimiert und dokumentiert?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bei einer Kontoeröffnung für eine juristische Person kein aktueller Registerauszug vorliegt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Anlage im System stoppen und den zuständigen Berater informieren – kein Konto ohne vollständige Legitimationsunterlagen eröffnen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Vertretungsberechtigung – wer darf für das Unternehmen handeln?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Übersicht: Vertretungsregelungen nach Rechtsform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Handelsregisterauszug Gesamtvertretung ausweist und nur eine Unterschrift vorliegt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Unterschrift sofort als unvollständig kennzeichnen, Berater informieren und Nachzeichnung veranlassen – das Dokument ist so nicht rechtswirksam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Handelsregisterauszug älter als 3 Monate ist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aktuellen Auszug über www.handelsregister.de abrufen oder den Kunden um Vorlage bitten – Vertretungsverhältnisse können sich geändert haben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Neuanlage Tischler-Meistermarkt Musterregion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Vorgelegte Unterlagen: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KG (Auszug, 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GmbH (Auszug, 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Rechtsform begegnet Ihnen in Ihrer täglichen Arbeit am häufigsten – und wie sicher fühlen Sie sich bislang bei der Prüfung der Vertretungsberechtigung?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ein freundlicher Stammkunde möchte schnell ein neues Konto eröffnen und sagt: „Den Papierkram haben wir doch schon alles erledigt, einfach anlegen." Was antworten Sie – und wie begründen Sie das?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 Handelsregisterauszug für Ihre Zwecke nicht mehr aktuell genug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Beschreiben Sie in zwei Sätzen, worin der Unterschied zwischen einer Prokura und einer BGB-Vollmacht liegt – und warum das für die Bankpraxis relevant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