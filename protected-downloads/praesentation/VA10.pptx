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Einstiegsfrage: „Wann waren Sie bei einer Neuanlage zuletzt unsicher, ob Sie alles vollständig haben?" Abgrenzung: Was prüft die Sachbearbeitung formal, was klären Berater und Geldwäschebeauftragter inhaltlich?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Rollen-Abgrenzung aktiv machen: die wirtschaftlich Berechtigten sind VA11-Stoff. Bei der GmbH &amp; Co. KG auf einen VA11-Notizzettel schreiben, nicht in AB-1 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Pflicht am Flipchart: die Vertretungskette der GmbH &amp; Co. KG skizzieren (KG → Komplementär-GmbH → GF). Einzel- vs. Gesamtvertretung ist der Kernbefund im 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Kernbefunde: Gesamtvertretung + Prokura, häufiger Fehler fehlender ppa.-Zusatz. Wenn TN auf die Kommanditistin stoßen: das ist VA11 (wirtschaftlich Berechtigter), hier nur notieren.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 Dokument mit fehlender zweiter Unterschrift bei Gesamtvertretung ist nicht rechtswirksam. Eskalation an den Berater ist Pflicht, keine Ermessensfrage.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Kernbefunde: Gesamtvertretung laut HR + Prokura (ppa.). Häufiger Fehler: fehlender ppa.-Zusatz auf der Vertragsunterlage.</a:t>
            </a:r>
          </a:p>
          <a:p>
            <a:r>
              <a:t>Trainer-Hinweis: die Kommanditistin gehört zur VA11-Frage (wirtschaftlich Berechtigter), nicht in die formale Legitimationsprüfung von VA10.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Prüfkarte AB-5 als Werkzeug für morgen früh. Ausblick VA11: wirtschaftlich Berechtigter, Kreditnehmereinheit, vertiefte Geldwäscheprävention.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Eine Reflexionsfrage in der Gruppe besprechen. Prüfkarte AB-5 übergeben.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Neukunden rechtssicher anlegen: Legitimation &amp; Vertretungsberechtigung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Legitimation, Kontoeröffnung und Vertretungsbefugnis im Firmenkundengeschäft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K-A06 Neugeschäft &amp; gesetzliche Sorgfaltspflichten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Sachbearbeitung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Beim Anlegen eines neuen Firmenkunden entscheiden die ersten Minuten: Welche Unterlagen brauchen Sie wirklich – und wer darf überhaupt für das Unternehmen handeln?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Modul erarbeiten Sie die gesetzlichen Anforderungen an die Legitimationsprüfung und die Vertretungsberechtigung für die wichtigsten Rechtsformen.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Sie lesen einen Handelsregisterauszug sicher aus, erkennen typische Formfehler – und wissen, wann Sie eskalieren müssen.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gesetzlichen Legitimationspflichten bei der Kontoeröffnung für natürliche Personen und juristische Personen bzw. Personengesellschaften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Den Grundsatz der Kontenwahrheit nach § 154 AO und die Identifizierungspflicht nach §§ 10–11 GwG in eigenen Worten erklären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Anhand eines Handelsregisterauszugs die Vertretungsregelung (Einzel-/Gesamtvertretung, Prokura ppa.) bestimmen und auf die Bankdokumente anwenden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Erforderliche Legitimationsunterlagen für verschiedene Rechtsformen (GmbH, GmbH &amp; Co. KG, GbR, Einzelkaufmann) zusammenstellen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Formfehler bei der Vertretungsprüfung erkennen und das korrekte Eskalationsverhalten beschreiben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Legitimation &amp; Kontenwahrheit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Vertretungsberechtigung nach Rechtsform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Tabelle Flipchart/Folie; Pflicht: Vertretungsketten-Skizze GmbH &amp; Co. KG am Flipchart (KG → Komplementär-GmbH → GF)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00:35–00:40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00:40–00:55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&amp; AB-2 in Einzel-/Partnerarbeit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Einzel-/Partnerarbeit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00:55–01:10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Plenumsbesprechung AB-1/AB-2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01:10–01:20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AB-3 &amp; AB-4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Einzel-/Partnerarbeit +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01:20–01:25 </a:t>
            </a:r>
            <a:r>
              <a:rPr sz="1500" b="1">
                <a:solidFill>
                  <a:srgbClr val="3D5466"/>
                </a:solidFill>
                <a:latin typeface="Arial"/>
              </a:rPr>
              <a:t>  AB-5 &amp; Reflexion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Legitimation und Kontenwahrheit – die formalen Pflichten bei der Anlage.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Neukundenanlage: Legitimation und Kontenwahrheit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Kein Konto ohne vollständige Legitimationsunterlagen – Sorgfalt bei der Anlage ist kein Formalismus, sondern Schutz vor Haftung und Geldwäsche.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Kontenwahrheit (§ 154 AO): kein falscher oder erfundener Name; der richtige Kontoinhaber.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Identifizierung (§§ 10–11 GwG): Identifizierungspflicht mit zulässigen Verifizierungsmitteln.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Transparenzregister-Nachweis einholen; die Sachbearbeitung prüft formal, nicht inhaltlich.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Säulen der Legitimationsprüfung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Wer darf für das Unternehmen handeln? Vertretung nach Rechtsform.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Wer darf handeln? Vertretung nach Rechtsform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Vertretungsregelung steht im Handelsregister – Einzel- oder Gesamtvertretung immer aus dem aktuellen HR-Auszug ablesen.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e.K.: Inhaber selbst, Prokura möglich. OHG: jeder Gesellschafter einzeln (Regelfall).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GbR: alle Gesellschafter gemeinsam (§ 720 BGB n.F. seit MoPeG, 01.01.2024).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GmbH: Geschäftsführer laut HR. GmbH &amp; Co. KG: Komplementär-GmbH, vertreten durch deren Geschäftsführer – zwei Registerauszüge nötig.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Prokura (ppa., §§ 48–53 HGB): häufiger Fehler ist der fehlende ppa.-Zusatz.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Vertretung nach Rechtsform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00:35–01:20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Tischler-Meistermarkt GmbH &amp; Co. KG anlegen – oder gibt es Probleme?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Neuanlage Tischler-Meistermarkt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DER FALL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Tischler-Meistermarkt Musterregion GmbH &amp; Co. KG soll als Neukunde angelegt werden.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Sie erhalten eine Unterlagenübersicht und zwei Handelsregisterauszüge (KG und Komplementär-GmbH).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Können Sie den Kundendatensatz anlegen – oder gibt es Probleme? Prüfen Sie Legitimation und Vertretung.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prüfen, stoppen, eskalieren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kein aktueller Registerauszug vorliegt — dann Anlage im System stoppen und den Berater informieren; kein Konto ohne vollständige Legitimation.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der HR-Auszug Gesamtvertretung ausweist, aber nur eine Unterschrift vorliegt — dann als unvollständig kennzeichnen und Nachzeichnung veranlassen.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der Handelsregisterauszug älter als drei Monate ist — dann einen aktuellen Auszug abrufen; Vertretungsverhältnisse können sich geändert haben.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Anlage prüfen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Legitimationsunterlagen je Rechtsform zu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Lesen Sie den HR-Auszug und bestimmen Sie die Vertretungsregelung (AB-2).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Prüfen Sie Vollmacht und Zeichnungsberechtigung im Frau-Hofmann-Fall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Erkennen Sie die Formfehler in den Beispielunterlagen (AB-4) – Prüfkarte AB-5 als Werkzeug.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Sorgfalt bei der Anlage ist kein Formalismus, sondern Schutz.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Legitimation, Kontenwahrheit und Vertretungsberechtigung sauber zu prüfen verhindert Haftung und Geldwäsche.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VA10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 welcher Rechtsform sind Sie sich bei der Vertretungsprüfung am unsichersten – und woran liegt das?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erkennen Sie im HR-Auszug den Unterschied zwischen Einzel- und Gesamtvertretung?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Wann würden Sie eine Neuanlage stoppen und eskalieren, statt sie „später zu vervollständigen"?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