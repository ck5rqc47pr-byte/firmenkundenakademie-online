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Erfüllt: Kreditvertrag (✓), Bürgschaft (✓), § 18 (✓). Offen: Grundschuld nur im 2. Rang (vereinbart war werthaltige Besicherung; der 1. Rang der Fremdbank schmälert die Sicherheit erheblich) und fehlender Eigenmittelnachweis (Auflage). Auszahlung ist nicht freigabereif. Beide Punkte sind zu dokumentieren und an Berater sowie Marktfolge zu eskalieren: Rang/Besicherung muss mit Berater und Marktfolge geklärt werden (ggf. Rangrücktritt, Nachbesicherung); Eigenmittelnachweis ist beim Kunden anzufordern. Die Entscheidung, die Auszahlung anzuhalten, treffen Berater oder Marktfolge – nicht die Assistenz eigenständig.</a:t>
            </a:r>
          </a:p>
          <a:p>
            <a:r>
              <a:t>Kernbefund: Formal „vorhanden" reicht nicht – die Qualität der Sicherheit (Rang) und die Auflagenerfüllung entscheiden. Der 2. Rang ist der typische, leicht zu übersehende Mangel. Die Assistenz erkennt ihn, dokumentiert ihn und eskaliert – die Freigabeentscheidung liegt beim Berater oder der Marktfolge.</a:t>
            </a:r>
          </a:p>
          <a:p>
            <a:r>
              <a:t>Trainer-Hinweis: Der Rang ist der Lernkern. Viele prüfen nur „Grundschuld eingetragen: ja" und übersehen den Rang. Betonen: Es geht nicht um juristische Bewertung (das ist Marktfolge/Recht), sondern ums Erkennen und Eskalieren des offenen Punkts. Ebenso wichtig: Klarstellen, dass die Assistenz nie eigenständig eine Auszahlung zurückstellt – sie informiert und eskaliert, die Entscheidung trifft der Berater oder die Marktfolge.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Sicherheiten und Auszahlung formal korrekt bearbeiten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Kreditsicherheiten prüfen, Auszahlungsvoraussetzungen sicherstellen, Mängel erkennen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Bevor ein Kredit ausgezahlt wird, müssen Sicherheiten ordnungsgemäß bestellt und alle Auszahlungsvoraussetzungen erfüllt sein – hier entscheidet sich, ob das Engagement formal sauber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Kreditaktenführung lernen Sie, gängige Sicherheiten und ihre Unterlagen zuzuordnen, die formale Bestellung zu prüfen und eine Auszahlung freigabereif vorzubereiten.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Mängel und Risiken und eskalieren sie an die richtige Stelle.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Gängige Kreditsicherheiten und die zugehörigen Bestellungs-/Nachweisunterlagen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formale Bestellung und Werthaltigkeit einer Sicherheit anhand der Unterlagen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Auszahlungsvoraussetzungen eines Kredits analysieren und ihre Erfüllung feststellen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Auszahlung formal korrekt und freigabereif vorbereiten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Mängel und Risiken in der Sicherheiten- und Auszahlungsbearbeitung analysieren und eskalieren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Sicherheitenarten und ihre Unterlagen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Auszahlungsvoraussetzungen und Kompetenzgrenzen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bis AB-3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bis AB-3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 &amp; AB-5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01:20–01:27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 und ihre Unterlagen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Sicherheiten sind kein einmaliger Vorgang: Sie veralten und müssen turnusmäßig nachgehalten werden. Das schlägt die Brücke zur Fristensteuerung (VA04):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Auszahlungsvoraussetzungen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der Auszahlung prüft der Innendienst, ob alle vereinbarten Voraussetzungen erfüllt sind. Typisch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Kreditvertrag rechtsverbindlich unterschrieben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Sicherheiten bestellt und nachgewiesen (z. B. Grundschuld eingetragen, Rang gesichert)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Offenlegungsunterlagen vollständig (§ 18 KWG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besondere Auflagen aus dem Kreditbeschluss erfüllt (z. B. Eigenmittelnachweis, Verwendungsnachweis)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Auszahlung 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Vorliegende Unterlagen: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Sicherheiten und Unterlagen zuordnen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Ordnen Sie den beiden Sicherheiten des Falls die nötigen Nachweise zu und markieren Sie, was vorliegt.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Auszahlungsvoraussetzungen prüfen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Auszahlungsvoraussetzung wird in Ihrer Praxis am ehesten übersehen?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Sicherheit zwar „vorhanden", aber nicht werthaltig genug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klären Sie selbst, wann eskalieren Sie an Berater/Marktfolge?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