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Anknüpfung an VA01 (Kreditakte): Was kam seitdem in der Praxis vor? Aktivierungsfrage: „Welche Sicherheit ist in Ihrem Haus am häufigsten?"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Schwerpunkt Grundschuld (Rang im Grundbuch) und Bürgschaft (Schriftform § 766 BGB) – die zwei häufigsten Formfehlerquellen.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 Rollenbotschaft: Fehlt eine Voraussetzung, wird sie als offener Punkt behandelt und zur Klärung an Berater oder Marktfolge gegeben – nicht selbst entschieden.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Fall vorstellen, dann selbst prüfen lassen (Einzel-/Partnerarbeit). Trainer beobachtet ohne einzugreifen.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Kernbefund des Falls: Grundschuld nur im 2. Rang (1. Rang Fremdbank 250 TEUR) und Eigenmittelnachweis 50 TEUR fehlt – beides blockiert die Auszahlung. Eskalieren ist Kompetenz, nicht Schwäche.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AB-2/AB-3 Musterlösung (Trainer-Version)</a:t>
            </a:r>
          </a:p>
          <a:p>
            <a:r>
              <a:t>Blockierend: Grundschuld im 2. statt vereinbarten Rang; fehlender Eigenmittelnachweis (Auflage). Beide vor Auszahlung zu klären.</a:t>
            </a:r>
          </a:p>
          <a:p>
            <a:r>
              <a:t>Trainer-Hinweis: Ziel ist die Rollensicherheit „erkennen–dokumentieren–eskalieren", nicht die juristische Tiefe des Grundbuchrechts.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Transfer: die Prüfkarte AB-5 ist das Werkzeug für die nächste Auszahlung.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1 und 3 im Plenum besprechen. Kernbotschaft: Eskalieren ist Kompetenz, nicht Schwäche.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Sicherheiten und Auszahlung formal korrekt bearbeiten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Kreditsicherheiten prüfen, Auszahlungsvoraussetzungen sicherstellen, Mängel erkennen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K-A01 Auftrags- &amp; Kreditsachbearbeitung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Bevor ein Kredit ausgezahlt wird, müssen Sicherheiten ordnungsgemäß bestellt und alle Auszahlungsvoraussetzungen erfüllt sein – hier entscheidet sich, ob das Engagement formal sauber ist.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Aufbauend auf der Kreditaktenführung lernen Sie, gängige Sicherheiten und ihre Unterlagen zuzuordnen, die formale Bestellung zu prüfen und eine Auszahlung freigabereif vorzubereiten.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Mängel und Risiken und eskalieren sie an die richtige Stelle.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Gängige Kreditsicherheiten und die zugehörigen Bestellungs-/Nachweisunterlagen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formale Bestellung und Werthaltigkeit einer Sicherheit anhand der Unterlagen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Auszahlungsvoraussetzungen eines Kredits analysieren und ihre Erfüllung feststellen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Auszahlung formal korrekt und freigabereif vorbereiten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Mängel und Risiken in der Sicherheiten- und Auszahlungsbearbeitung analysieren und eskalieren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Sicherheitenarten und ihre Unterlagen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Auszahlungsvoraussetzungen und Kompetenzgrenzen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bis AB-3 in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00:55–01:10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 bis AB-3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AB-4 &amp; AB-5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01:20–01:27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01:27–01:30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fünf Sicherheitenarten und ihre Unterlagen sicher zuordnen.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Sicherheiten: Realsicherheit oder Personalsicherheit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Sicherheit schützt die Bank nur, wenn sie formal korrekt bestellt und werthaltig ist – die Form entscheidet über die Wirksamkeit.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Realsicherheiten haften an einer Sache: Grundschuld, Sicherungsübereignung, Verpfändung.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Personalsicherheiten haften an einer Person: die Bürgschaft (Schriftform zwingend, § 766 BGB – sonst nichtig).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Forderungssicherheiten treten Ansprüche ab: die Forderungsabtretung.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Sicherheitenarten und ihre Unterlagen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Auszahlungsvoraussetzungen prüfen – und die eigene Kompetenzgrenze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Auszahlungsvoraussetzungen und Kompetenzgrenzen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Assistenz erkennt, dokumentiert und eskaliert – sie entscheidet nicht. Die Freigabe liegt bei der Marktfolge (MaRisk BTO 1.2).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VOR JEDER AUSZAHLUNG GEPRÜFT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Kreditvertrag rechtsverbindlich unterschrieben.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Sicherheiten bestellt und nachgewiesen (Grundschuld eingetragen, Rang gesichert).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Offenlegungsunterlagen vollständig (§ 18 KWG).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Besondere Auflagen aus dem Kreditbeschluss erfüllt (z. B. Eigenmittelnachweis).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Auszahlungsvoraussetzungen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00:30–01:20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Ist die Auszahlung der Bau Musterregion GmbH freigabereif?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DER FALL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Investitionskredit 900 TEUR, Hausbank VR-Bank Musterregion eG.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Sicherheiten: Grundschuld 900 TEUR auf das Betriebsgrundstück + Bürgschaft des Gesellschafter-GF über 100 TEUR.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Auszahlung soll erfolgen. Prüfen Sie, ob alle Voraussetzungen erfüllt sind.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vom Mangel zur Eskalation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die Grundschuld nicht im vereinbarten Rang steht — dann Auszahlung stoppen und Rangklärung über die Marktfolge veranlassen.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Eigenmittelnachweis aus dem Kreditbeschluss fehlt — dann Nachweis beim Berater/Kunden anfordern und als offenen Punkt dokumentieren.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Bürgschaft ohne Schriftform vorliegt — dann als nichtig behandeln und formgerechte Neubestellung veranlassen (§ 766 BGB).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Auszahlung prüfen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vereinbarten Sicherheiten ihren Typen und Unterlagen zu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Prüfen Sie die sechs Auszahlungsvoraussetzungen anhand der Falldaten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Benennen Sie die Mängel, die die Auszahlung blockieren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Strukturieren Sie die Eskalation: Wer erhält was? (AB-4) – nutzen Sie die Prüfkarte AB-5.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Erst die Voraussetzungen, dann die Auszahlung.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formal korrekt bestellte, werthaltige Sicherheit ist Bedingung, kein Nachtrag – Genauigkeit geht vor Tempo.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welcher Sicherheit ist Ihnen die formale Bestellung am wenigsten klar – und wen fragen Sie?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formulieren Sie eine Eskalation, ohne dass sie wie eine Blockade wirkt?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Auszahlung trotz „vollständiger" Akte noch nicht freigabereif ist?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