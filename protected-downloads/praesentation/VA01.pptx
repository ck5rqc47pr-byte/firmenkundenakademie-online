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Vollständig/aktuell (✓): Kreditantrag, Kreditbeschluss/Votum, Kreditvertrag, Sicherheiten/Grundbuch, HR-Auszug/KYC.</a:t>
            </a:r>
          </a:p>
          <a:p>
            <a:r>
              <a:t>Veraltet (∼): aktuelle BWA (7 Monate – sollte ≤ 3 Monate sein), Selbstauskunft GGF (3 Jahre alt).</a:t>
            </a:r>
          </a:p>
          <a:p>
            <a:r>
              <a:t>Fehlt (✗): zweiter Jahresabschluss (nur ein Jahr vorhanden).</a:t>
            </a:r>
          </a:p>
          <a:p>
            <a:r>
              <a:t>Kernbefund: Die Akte ist formal und sicherheitenseitig in Ordnung, scheitert aber an der § 18 KWG-Offenlegung. Vor der Auszahlung sind nachzufordern: (1) Jahresabschluss Vor-Vorjahr, (2) aktuelle BWA, (3) aktualisierte Selbstauskunft. Erst danach ist die Akte auszahlungsreif; die Marktfolge ist über die Nachforderung zu informieren.</a:t>
            </a:r>
          </a:p>
          <a:p>
            <a:r>
              <a:t>Trainer-Hinweis: Ziel ist nicht das Auswendiglernen einer Liste, sondern das Prinzip: formale Vollständigkeit ≠ ordnungsgemäße Akte. Lassen Sie die Teilnehmer selbst erkennen, dass die „unscheinbaren" Offenlegungsunterlagen der häufigste reale Mangel sind. Die Drei-Monats-Faustregel für die BWA ist ein Orientierungswert; die haus­interne Arbeitsanweisung geht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Die Kreditakte sicher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Aufbau, Pflichtbestandteile und Vollständigkeitsprüfung im Firmenkundenkreditgeschäft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unvollständige Kreditakte kostet Zeit, verzögert Auszahlungen und ist im schlimmsten Fall ein Prüfungsmangel.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Einstiegsmodul lernen Sie, wie eine Kreditakte im Firmenkundengeschäft aufgebaut ist, welche Unterlagen verpflichtend hineingehören und wie die Funktionstrennung von Markt und Marktfolge Ihre Rolle prägt.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prüfen Sie Akten sicher auf Vollständigkeit, ordnen die § 18 KWG-Unterlagen richtig zu und veranlassen fehlende Nachweise strukturiert nach.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Aufbau, Zweck und Pflichtbestandteile einer Kreditakte im Firmenkundengeschäft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aufsichtsrechtliche Funktionstrennung von Markt und Marktfolge erklären und die Rolle der Sachbearbeitung darin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Vollständigkeit einer Kreditakte anhand einer Checkliste prüfen und fehlende Unterlagen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Unterlagen zur laufenden Offenlegung nach § 18 KWG einer Beispielakte zuordnen und auf Aktualität prüfen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Nachforderungs- und Wiedervorlagevorgang für fehlende Unterlagen korrekt veranlassen und dokumentieren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Kreditakte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Funktionstrennung &amp; § 18 KWG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Kreditakte – Zweck, Aufbau, Pflichtbestandteile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Bestandteile einer Firmenkunden-Kreditakte: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Digitale oder physische Akte?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Funktionstrennung und § 18 KWG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Interne Offenlegungsgrenze beachten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Holzbau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Akteninhalt (Ist-Stand):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Aktenmängel mit der passenden Reaktion – nutzen Sie sie bei der Fallarbeit.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Pflichtbestandteile zuordnen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Ordnen Sie die Unterlagen des Falls den sechs Aktenbereichen zu. Tragen Sie je Bereich mindestens eine Unterlage 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Unterlage fehlt in Ihrer Praxis am häufigsten – und woran liegt das?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Berater freundlich, dass eine Akte vor der Auszahlung noch nicht vollständig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Offenlegungsunterlage „nicht mehr aktuell genug"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Sie, wenn ein Firmenkunde direkt bei Ihnen anruft und nach dem Stand seiner Auszahlung fragt – aber noch Unterlagen fehlen und der Berater im Termin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