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EK-Quote von 15 % bedeutet im Bauträgergeschäft etwas anderes als in der Arztpraxis – wer Branchen nicht unterscheidet, bewertet Risiken falsch.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Branchenstrukturen mit Porters Five Forces und arbeiten die Risikoprofile von sechs Kernbranchen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entwickeln Sie ein eigenes Branchenrisiko-Scoring für Ihre Geschäftsregion.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Branchenstruktur und Risikoklassifikation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Branchenspezifische Risikoklassen im KMU-Segment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Handlungskarte: Vom Branchensignal zur Kreditmaßnahme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Theorie-Input: VR-Rating und branchenspezifische Ratingfaktoren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Praxiscase: Bäckerei &amp; Konditorei Hofmann GmbH (Stuttgart,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Arbeitsblatt: Branchenrisiko-Analyse-Template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Handlungskarte: 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Handlungsempfehlung-Karte verdichtet die Branchenrisikoprofile aus diesem Abschnitt zu konkreten Wenn-Dann-Impulsen für Kreditentscheidung und Kundengespräch.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