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EK-Quote von 15 % bedeutet im Bauträgergeschäft etwas anderes als in der Arztpraxis – wer Branchen nicht unterscheidet, bewertet Risiken falsch.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Branchenstrukturen mit Porters Five Forces und arbeiten die Risikoprofile von sechs Kernbranchen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entwickeln Sie ein eigenes Branchenrisiko-Scoring für Ihre Geschäftsregion.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08:30–08:40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08:40–09:00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Blitzlicht-Runde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 + Plenumsvorstellung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Handlungskarte: 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verdichtet die Branchenrisikoprofile aus diesem Abschnitt zu konkreten Wenn-Dann-Impulsen für Kreditentscheidung und Kundengespräch.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Mindest-EK-Quote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Verarbeitendes Gewerbe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Kapitalintensiv, Ausgleichspuffer nötig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Dienstleistung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Weniger kapitalintensiv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Einzelhandel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15–18 %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Margen, hohe Diskontobligationen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Gastronomie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12–15 %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Standortrisiken, Volatilität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Variable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Bedeutung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Betriebskapital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Kurzfristige Liquidität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Gewinnrücklagen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Langfristige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Marktwert EK / Gesamtverbindlichkeiten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Kapitalstruktur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Kapitaleffizienz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+55.000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Investitionsausgaben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−20.000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Freier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+35.000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Schuldentilgung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−23.000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Privatentnahmen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−12.000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Kassenveränderung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KMU-Wert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Branchenbenchmark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Kapitalumschlag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Rohstoffkosten/Umsatz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