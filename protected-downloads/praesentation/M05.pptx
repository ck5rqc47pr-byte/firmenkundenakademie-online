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Branchenstruktur und Risikoklassifikation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Branchenspezifische Risikoklassen im KMU-Segment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VR-Rating und branchenspezifische Ratingfaktoren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Bäckerei &amp; Konditorei Hofmann GmbH (Stuttgart,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Arbeitsblatt: Branchenrisiko-Analyse-Template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