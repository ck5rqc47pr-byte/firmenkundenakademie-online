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Nach dem Kreditabschluss endet oft das Gespräch – und das Verbundpotenzial bleibt liegen.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Verbundpartner-Landkarte kennen und entwickeln systematische Anschlussimpulse vom Kreditgespräch zum Vollbankverbund.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Cross-Selling-Anlässe im Tagesgeschäft und sprechen sie gezielt 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relevanten Verbundpartner den typischen Bedarfsfeldern der Firmenkunden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Produktgetriebenes Push-Cross-Selling von bedarfsorientiertem Cross-Selling unterscheiden und die situationsgerechte Vorgehensweise wählen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agree bietet über das CRM-Modul und den UnternehmerDialog strukturierte Hilfsmittel zur Potenzialanalyse. Berater sollten vor jedem Jahresgespräch folgende Felder prüfen: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Jahresgespräch ist nur einer von vielen Anlässen. In der Praxis öffnen oft Ereignisse das Gespräch besser als der Jahreskalender – weil der Bedarf dann für den Kunden selbst spürbar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Der 4-Schritte-Cross-Selling-Prozess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Wer? Welcher Kunde hat das größte unausgeschöpfte Potenzial?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Was? In welchem Bedarfsfeld liegt das Potenzial (Finanzierung, Absicherung, Anlage, ZV)?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Datenquellen: agree CRM, Jahreskontospiegel, Kreditakten, Verbundpartner-Cockpit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Cross-Selling-Hypothese verknüpft einen beobachteten Kundenbedarf mit einem konkreten Lösungsansatz. Gutes Format: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Gesprächseinstieg nach SPIN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Verbundpartner-Matrix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Stärke der VR-Bank liegt im Verbund. Welcher Verbundpartner ist für welches Bedarfsfeld relevant?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Vom Kreditgespräch zum Vollbankverbund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Jahresgespräch analysiert Markus den Kunden in agree: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„Sie hatten letztes Jahr den Ausfall der CNC-Anlage erwähnt. Wie haben Sie die zwei Wochen finanziell abgefedert?"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Top-2 Cross-Selling-Hypothesen für diesen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Cross-Selling-Gesprächsvorbereitung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