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Cross-Selling systematisch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Kundenpotenziale durch bedarfsorientiertes Cross-Selling und Wallet-Share-Analyse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Nach dem Kreditabschluss endet oft das Gespräch – und das Verbundpotenzial bleibt liegen.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Verbundpartner-Landkarte kennen und entwickeln systematische Anschlussimpulse vom Kreditgespräch zum Vollbankverbund.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Cross-Selling-Anlässe im Tagesgeschäft und sprechen sie gezielt 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Unterschied zwischen reaktivem und systematisch-bedarfsorientiertem Cross-Selling erklären und begründen, warum der zweite Ansatz nachhaltiger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Cross-Selling-Potenziale in einem gegebenen Kundenprofil anhand der Wallet-Share-Methodik identifizieren und die zwei vielversprechendsten Ansatzpunkte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4-Schritte-Cross-Selling-Prozess (Analyse – Hypothese – Gespräch – Dokumentation) in einem simulierten Kundengespräch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Verbundpartner-Matrix anwenden und einem Kundenprofil den passenden Verbundpartner zuordnen sowie den nächsten Gesprächsschritt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Unterschied zwischen Push- und Pull-Cross-Selling beschreiben und erläutern, warum der bedarfsorientierte Ansatz für Kundenbindung und Ertrag wirksamer 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0–5 min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 &amp; Zielklärung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5–20 min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Cross-Selling-Begriff und Wallet Share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 + Flipchart + agree-Live-Demo (3 Min)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20–35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Übung: Kundenprofil-Analyse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35–50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Verbundpartner-Matrix ausfüllen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50–80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Rollenspiel: Cross-Selling-Gespräch</a:t>
            </a:r>
            <a:r>
              <a:rPr sz="1200">
                <a:solidFill>
                  <a:srgbClr val="78808C"/>
                </a:solidFill>
                <a:latin typeface="Arial"/>
              </a:rPr>
              <a:t>  ·  Dreiergruppen (rotierend)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80–90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90–95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Cross-Selling ist kein Verkaufsakt. Es ist das konsequente Ausfüllen eines Bedarfs, den der Kunde ohnehin hat – bei der eigenen Bank oder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Zwei Typen: Push vs. Pull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Wallet-Share-Analyse: Wo liegt das Potenzial?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Konzept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unausgeschöpfte Potenzial von 60 % ist nicht verloren – es ist bei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Potenzialanalyse in agree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 bietet über das CRM-Modul und den UnternehmerDialog strukturierte Hilfsmittel zur Potenzialanalyse. Berater sollten vor jedem Jahresgespräch folgende Felder prüfen: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Empfehlung: Erstellen Sie für Ihre Top-20-Kunden eine einfache Wallet-Share-Schätzung anhand dieser fünf Dimensionen, bevor Sie das Jahresgespräch vorbereiten.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Ereignisbasierte Cross-Selling-Anlässe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Jahresgespräch ist nur einer von vielen Anlässen. In der Praxis öffnen oft Ereignisse das Gespräch besser als der Jahreskalender – weil der Bedarf dann für den Kunden selbst spürbar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Der 4-Schritte-Cross-Selling-Prozess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Systematisches Cross-Selling folgt einem klaren Prozess – nicht dem Zufall eines Gesprächsmoments.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1: 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Wer? Welcher Kunde hat das größte unausgeschöpfte Potenzial?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Was? In welchem Bedarfsfeld liegt das Potenzial (Finanzierung, Absicherung, Anlage, ZV)?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Datenquellen: agree CRM, Jahreskontospiegel, Kreditakten, Verbundpartner-Cockpit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Ergebnis: Eine priorisierte Liste von 3–5 Cross-Selling-Hypothesen für diesen Kunden.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2: Hypothese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Cross-Selling-Hypothese verknüpft einen beobachteten Kundenbedarf mit einem konkreten Lösungsansatz. Gutes Format: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„[Kunde] hat [Situation/Signal]. Ich vermute deshalb, dass er [Bedarf] hat – passend dazu wäre [Lösung/Verbundpartner]."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3: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Cross-Selling-Gespräch ist kein Verkaufsgespräch. Es ist eine bedarfsgeleitete Gesprächserweiterung. Der Einstieg erfolgt über eine offene Frage zur Situation – nicht mit einem Produktvorschlag.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Gesprächseinstieg nach SPIN 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Situationsfrage: „Wie haben Sie aktuell Ihre Betriebsunterbrechungsrisiken abgesichert?"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Problemfrage: „Gibt es Bereiche, bei denen Sie sich fragen, ob das ausreicht?"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Implikationsfrage: „Was würde ein Ausfall von zwei Wochen für Ihren Betrieb bedeuten?"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Nutzenfrage: „Was wäre für Sie die ideale Lösung, wenn das Risiko vollständig gedeckt wäre?"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 nach diesem Verlauf folgt der Produktvorschlag – oder die Einbeziehung des Verbundpartners.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4: Dokumentation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Bedarfsfelder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(Abschluss / offen / kein Bedarf)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Nächste Schritte und Folgetermine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Verbundpartner-Übergabe (falls relevant)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Verbundpartner-Matrix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Stärke der VR-Bank liegt im Verbund. Welcher Verbundpartner ist für welches Bedarfsfeld relevant?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Vom Kreditgespräch zum Vollbankverbund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 dem Jahresgespräch analysiert Markus den Kunden in agree: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Gespräch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„Sie hatten letztes Jahr den Ausfall der CNC-Anlage erwähnt. Wie haben Sie die zwei Wochen finanziell abgefedert?"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Kunde: „Ehrlich gesagt war das eng. Wir haben aus den Rücklagen überbrückt – aber das war ungeplant."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Verbundpartner-Matrix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486" y="1325880"/>
            <a:ext cx="7321979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Wallet-Share-Analyse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Top-2 Cross-Selling-Hypothesen für diesen Kunden: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Wallet-Share-Analyse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Aktueller Stand (uns bekannt)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Schätzung Gesamtbedarf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Wallet-Share (%)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Cross-Selling-Potenzial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Finanzierung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Absicherung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Kapitalanlage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Zahlungsverkehr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Privat/Gesellschafter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Cross-Selling-Gesprächsvorbereitung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Schritt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Vorbereitung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Situationsfrage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Problemfrage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Implikationsfrage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Nutzenfrage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Verbundpartner / Lösung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Dokumentation in agree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