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Partnerarbeit mit Musterprofil aus Sec 4.3. Aufgabe: Welche Wallet-Share-Lücken erkennen Sie? Welche zwei Ansatzpunkte würden Sie zuerst adressieren? Auswertung im Plenum: Welche Lücken hat jedes Paar identifiziert? Unterschiede in der Priorisierung diskutieren. Trainer-Hinweis: Es gibt keine eindeutig richtige Priorisierung – das ist Absicht. Die Diskussion zeigt, dass systematisches Cross-Selling Urteile erfordert, nicht nur Checklisten. Das ist die Vorbereitung auf Stufe 3 (M14). Trainer-Hinweis Priorisierung: Wenn TN nach unterschiedlichen Kriterien priorisieren (der eine nach Kundenbedarf, der andere nach Abschlusswahrscheinlichkeit): beide Perspektiven würdigen und dann gemeinsam eine Entscheidungsregel ableiten – Anlass-Aktualität + Ertragspotenzial + Beziehungsrisiko. Das Priorisierungsraster aus Arbeitsblatt A (Priorität A vs. B) als gemeinsame Methode festhalten, damit die Übung nicht in beliebigen Einzelmeinungen endet.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Partnerarbeit mit Musterprofil aus Sec 4.3. Aufgabe: Welche Wallet-Share-Lücken erkennen Sie? Welche zwei Ansatzpunkte würden Sie zuerst adressieren? Auswertung im Plenum: Welche Lücken hat jedes Paar identifiziert? Unterschiede in der Priorisierung diskutieren. Trainer-Hinweis: Es gibt keine eindeutig richtige Priorisierung – das ist Absicht. Die Diskussion zeigt, dass systematisches Cross-Selling Urteile erfordert, nicht nur Checklisten. Das ist die Vorbereitung auf Stufe 3 (M14). Trainer-Hinweis Priorisierung: Wenn TN nach unterschiedlichen Kriterien priorisieren (der eine nach Kundenbedarf, der andere nach Abschlusswahrscheinlichkeit): beide Perspektiven würdigen und dann gemeinsam eine Entscheidungsregel ableiten – Anlass-Aktualität + Ertragspotenzial + Beziehungsrisiko. Das Priorisierungsraster aus Arbeitsblatt A (Priorität A vs. B) als gemeinsame Methode festhalten, damit die Übung nicht in beliebigen Einzelmeinungen endet.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Verbundpartner-Matrix anwenden und einem Kundenprofil den passenden Verbundpartner zuordnen sowie den nächsten Gesprächsschritt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Push- und Pull-Cross-Selling beschreiben und erläutern, warum der bedarfsorientierte Ansatz für Kundenbindung und Ertrag wirksamer 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 + agree-Live-Demo (3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