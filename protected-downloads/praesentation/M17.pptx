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Zeitfresser-Umfrage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Offene Fragen aus Übung I (Puffer)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Reflexion: Meine Zeitfresser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01:47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Effizienter Gesprächsworkflow: Vor – Während – Nach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agree-Checkliste Jahresgespräch: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(Bezeichnungen entsprechen der agree-Standardstruktur; in Ihrer Bankinstallation können einzelne Felder abweichend benannt sein)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Reporting-Cockpits: Was wann wozu?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 – Die 15-Minuten-Morgenroutine: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Routine hält den Bestand im Griff – ohne aufwendige Recherche.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Bewerten Sie Ihren aktuellen Umgang mit agree ehrlich (1 = nutze ich kaum / 5 = nutze ich routiniert):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zwei größten Zeitfresser im aktuellen Workflow: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AB-1: Mein agree-Selbstcheck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CRM / Kundenprofil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UnternehmerDialog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Kreditbearbeitung / Prolongation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Controlling (NMZ, DB-Cockpit)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Verbundpartner-Cockpit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Frühwarnliste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Aktivitäten / Aufgabenverwaltung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AB-2: Workflow-Optimierungsplan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Reporting-Routine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