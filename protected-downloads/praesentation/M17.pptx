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agree &amp; Co. effizient nutzen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Digitale Workflows im Firmenkundenalltag meistern und Zeitpotenziale durch konsequente Systemnutzung erschließen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K-05 Digital &amp; Technologie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Werkzeuge sind da – aber Systembrüche und Umwege kosten täglich Zeit.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Hands-on-Training arbeiten Sie die agree-Kernbereiche für das Firmenkundengeschäft effizient durch.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dokumentieren Sie Gespräche, Analysen und Wiedervorlagen direkt und vollständig im System.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fünf zentralen Funktionsbereiche von agree für Firmenkundenberater beschreiben und typische Aufgaben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digitale Gesprächsvorbereitung für ein Jahresgespräch vollständig in agree durchführen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UnternehmerDialog als strukturierten Gesprächsleitfaden nutzen und Bedarfe sowie Folgeaktivitäten unmittelbar dokumentieren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NMZ-Bestandsbericht und einen Frühwarnbericht aus agree erzeugen und die wichtigsten Kennzahlen interpretieren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eigenen agree-Workflow analysieren und mindestens zwei Zeitfresser mit konkreten agree-Systemfunktionen identifizieren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Einstieg: Zeitfresser-Umfrage</a:t>
            </a:r>
            <a:r>
              <a:rPr sz="900">
                <a:solidFill>
                  <a:srgbClr val="78808C"/>
                </a:solidFill>
                <a:latin typeface="Arial"/>
              </a:rPr>
              <a:t>  ·  Blitzlicht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Folie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00:25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Live-Demo I</a:t>
            </a:r>
            <a:r>
              <a:rPr sz="900">
                <a:solidFill>
                  <a:srgbClr val="78808C"/>
                </a:solidFill>
                <a:latin typeface="Arial"/>
              </a:rPr>
              <a:t>  ·  Beamer-Demo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Einzelübung I</a:t>
            </a:r>
            <a:r>
              <a:rPr sz="900">
                <a:solidFill>
                  <a:srgbClr val="78808C"/>
                </a:solidFill>
                <a:latin typeface="Arial"/>
              </a:rPr>
              <a:t>  ·  agree-Einzelarbeit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Live-Demo II</a:t>
            </a:r>
            <a:r>
              <a:rPr sz="900">
                <a:solidFill>
                  <a:srgbClr val="78808C"/>
                </a:solidFill>
                <a:latin typeface="Arial"/>
              </a:rPr>
              <a:t>  ·  Beamer-Demo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Einzelübung II</a:t>
            </a:r>
            <a:r>
              <a:rPr sz="900">
                <a:solidFill>
                  <a:srgbClr val="78808C"/>
                </a:solidFill>
                <a:latin typeface="Arial"/>
              </a:rPr>
              <a:t>  ·  agree-Einzelarbeit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Reflexion: Meine Zeitfresser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 &amp; Transfer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01:42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Feedbackbogen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01:45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häufigsten agree-Fehler im Firmenkundenalltag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Effizienter Gesprächsworkflow: Vor – Während – Nach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größte Effizienzgewinn entsteht nicht aus einzelnen Funktionen, sondern aus einem konsistenten Workflow, der agree konsequent in alle drei Gesprächsphasen einbindet.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agree21 Kernbereiche für Firmenkundenberater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Phase 1: Vorbereitung (15–20 Minuten statt 45–60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agree-Checkliste Jahresgespräch: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Ergebnis: Sie gehen mit einem konkreten Bild in das Gespräch – statt im Gespräch zu blättern.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Phase 2: Während des Gesprächs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 separates Notizheft – direkt in agree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Vereinbarungen sofort als Aktivität/Aufgabe anlegen (mit Datum und Verantwortlichkeit)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Bedarfe in den dafür vorgesehenen Bedarfsfeldern des UnternehmerDialogs erfassen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Phase 3: Nachbereitung (10 Minuten statt 30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UnternehmerDialog: Mehr als ein Formular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Bedarfsdimensionen im UnternehmerDialog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(Bezeichnungen entsprechen der agree-Standardstruktur; in Ihrer Bankinstallation können einzelne Felder abweichend benannt sein)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Wichtig: Nicht alle Dimensionen in jedem Gespräch vollständig abarbeiten. Priorität setzen – zwei oder drei Dimensionen pro Gespräch vertiefen.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Dokumentationsstandards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Datum, Teilnehmer, Gesprächsanlass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Besprochene Bedarfsdimensionen mit Ergebnis (Bedarf vorhanden / kein Bedarf / offen)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Vereinbarte Maßnahmen mit Termin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Folgeaktivitäten angelegt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Reporting-Cockpits: Was wann wozu?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Empfehlung – Die 15-Minuten-Morgenroutine: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Aktivitätenübersicht: Welche Aufgaben sind heute fällig? (3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Frühwarnliste: Neue Hinweise? (5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Prolongationsübersicht: Fälligkeiten in den nächsten 30 Tagen? (3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E-Mail an Verbundpartner zu offenen Übergaben? (4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Diese Routine hält den Bestand im Griff – ohne aufwendige Recherche.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VR-NetWorld und Verbundpartner-Systeme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Mein agree-Selbstcheck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Bewerten Sie Ihren aktuellen Umgang mit agree ehrlich (1 = nutze ich kaum / 5 = nutze ich routiniert):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Meine zwei größten Zeitfresser im aktuellen Workflow: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agree-Funktion, die ich morgen früh ausprobiere: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A: Mein agree-Selbstcheck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agree-Bereich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Meine Nutzung (1–5)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Wichtigste Verbesserung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CRM / Kundenprofil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UnternehmerDialog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Kreditbearbeitung / Prolongation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Controlling (NMZ, DB-Cockpit)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Verbundpartner-Cockpit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Frühwarnliste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Aktivitäten / Aufgabenverwaltung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B: Workflow-Optimierungsplan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Aktuell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Ziel nach Optimierung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Maßnahme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Vorbereitung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Nachbereitung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Reporting-Routine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