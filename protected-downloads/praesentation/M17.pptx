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„Wie viel Zeit vor und nach einem Jahresgespräch verbringen Sie heute im System?"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Kernbereiche als Landkarte – wer sie kennt, findet für jede Aufgabe den richtigen 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Kernbotschaft: die Zeitersparnis entsteht durch Routine, nicht durch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Reporting-Cockpits und BankingManager ergänzen: was wann wozu abrufen?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Praxiscase führt einmal den kompletten Workflow durch – von der Vorbereitung bis zur Wiedervorlage.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Optimierungsplan und Selbstcheck.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Workflow-Optimierungsplan und Selbstcheck als Transferanker.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agree &amp; Co. effizient nutzen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Digitale Workflows im Firmenkundenalltag meistern und Zeitpotenziale durch konsequente Systemnutzung erschließen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K-05 Digital &amp; Technologie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Berater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Die Werkzeuge sind da – aber Systembrüche und Umwege kosten täglich Zeit.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Hands-on-Training arbeiten Sie die agree-Kernbereiche für das Firmenkundengeschäft effizient durch.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dokumentieren Sie Gespräche, Analysen und Wiedervorlagen direkt und vollständig im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fünf zentralen Funktionsbereiche von agree für Firmenkundenberater beschreiben und typische Aufgaben zuordnen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digitale Gesprächsvorbereitung für ein Jahresgespräch vollständig in agree durchführen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UnternehmerDialog als strukturierten Gesprächsleitfaden nutzen und Bedarfe sowie Folgeaktivitäten unmittelbar dokumentieren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Einen NMZ-Bestandsbericht und einen Frühwarnbericht aus agree erzeugen und die wichtigsten Kennzahlen interpretieren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eigenen agree-Workflow analysieren und mindestens zwei Zeitfresser mit konkreten agree-Systemfunktionen identifizieren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Einstieg: Zeitfresser-Umfrage</a:t>
            </a:r>
            <a:r>
              <a:rPr sz="900">
                <a:solidFill>
                  <a:srgbClr val="78808C"/>
                </a:solidFill>
                <a:latin typeface="Arial"/>
              </a:rPr>
              <a:t>  ·  Blitzlicht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00:10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Theorie-Block</a:t>
            </a:r>
            <a:r>
              <a:rPr sz="900">
                <a:solidFill>
                  <a:srgbClr val="78808C"/>
                </a:solidFill>
                <a:latin typeface="Arial"/>
              </a:rPr>
              <a:t>  ·  Vortrag + Folie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00:25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Live-Demo I</a:t>
            </a:r>
            <a:r>
              <a:rPr sz="900">
                <a:solidFill>
                  <a:srgbClr val="78808C"/>
                </a:solidFill>
                <a:latin typeface="Arial"/>
              </a:rPr>
              <a:t>  ·  Beamer-Demo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00:40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Einzelübung I</a:t>
            </a:r>
            <a:r>
              <a:rPr sz="900">
                <a:solidFill>
                  <a:srgbClr val="78808C"/>
                </a:solidFill>
                <a:latin typeface="Arial"/>
              </a:rPr>
              <a:t>  ·  agree-Einzelarbeit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01:00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  <a:r>
              <a:rPr sz="900">
                <a:solidFill>
                  <a:srgbClr val="78808C"/>
                </a:solidFill>
                <a:latin typeface="Arial"/>
              </a:rPr>
              <a:t>  ·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01:05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Offene Fragen aus Übung I (Puffer)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01:10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Live-Demo II</a:t>
            </a:r>
            <a:r>
              <a:rPr sz="900">
                <a:solidFill>
                  <a:srgbClr val="78808C"/>
                </a:solidFill>
                <a:latin typeface="Arial"/>
              </a:rPr>
              <a:t>  ·  Beamer-Demo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01:20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Einzelübung II</a:t>
            </a:r>
            <a:r>
              <a:rPr sz="900">
                <a:solidFill>
                  <a:srgbClr val="78808C"/>
                </a:solidFill>
                <a:latin typeface="Arial"/>
              </a:rPr>
              <a:t>  ·  agree-Einzelarbeit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01:35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Reflexion: Meine Zeitfresser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01:40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Abschluss &amp; Transfer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01:47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Feedbackbogen</a:t>
            </a:r>
            <a:r>
              <a:rPr sz="900">
                <a:solidFill>
                  <a:srgbClr val="78808C"/>
                </a:solidFill>
                <a:latin typeface="Arial"/>
              </a:rPr>
              <a:t>  ·  Einzeln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01:50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Das System soll dir Zeit fürs Gespräch schenken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Das System soll dir Zeit fürs Gespräch schenken, nicht sie nehmen.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Wer agree für Vorbereitung und Dokumentation beherrscht, gewinnt Minuten je Termin zurück.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Diese Minuten gehören dem Kunden – nicht der Maske.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Fünf Kernbereiche – und die häufigsten Fehler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Wer die fünf Kernbereiche von agree kennt, arbeitet mit dem System statt gegen es.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Kundenstamm, Engagement, Vorgänge, UnternehmerDialog, Reporting.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häufigsten Fehler kosten Zeit: Doppelerfassung, verstreute Notizen, ungenutzte Vorlagen.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M17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Die agree-Kernbereiche für Firmenkundenberater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1" y="1325880"/>
            <a:ext cx="786111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Der Gesprächsworkflow: Vor – Während – Nach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Ein guter Workflow halbiert die Systemzeit – 15 statt 45 Minuten Vorbereitung, 10 statt 30 Minuten Nachbereitung.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Vorbereitung: Engagement, Anlässe und Vorjahresnotizen in agree bündeln.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Während des Gesprächs: strukturiert erfassen statt hinterher rekonstruieren.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Nachbereitung: Vorgangsnotiz und Wiedervorlagen sofort setzen.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UnternehmerDialog: mehr als ein Formular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Der UnternehmerDialog ist ein Bedarfsradar – richtig genutzt, öffnet er Gesprächsanlässe statt Häkchen zu verwalten.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Bedarfsdimensionen strukturieren das Gespräch entlang des Kundenbedarfs.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Dokumentationsstandards sichern Revisionssicherheit und Vertretbarkeit.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FALLARBEIT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Praxiscase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Ein Jahresgespräch von A bis Z effizient in agree abbilden.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M17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Ein Jahresgespräch von A bis Z bearbeiten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Führen Sie Ihren agree-Selbstcheck durch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Bilden Sie ein vollständiges Jahresgespräch (Vor–Während–Nach) im System ab.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Entwickeln Sie Ihren persönlichen Workflow-Optimierungsplan (AB-2).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Das System soll dir Zeit fürs Gespräch schenken, nicht sie nehmen.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Wer agree für Vorbereitung und Dokumentation beherrscht, gewinnt Minuten je Termin zurück – für den Kunden.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M17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 und Selbstcheck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Welcher der drei Workflow-Phasen kostet Sie heute am meisten Zeit?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Welchen agree-Kernbereich nutzen Sie bislang am wenigsten?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eine Routine ändern Sie ab morgen, um Zeit fürs Gespräch zu gewinnen?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