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Offene Fragen aus Übung I (Puffer)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01:47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CRM / Kundenprofil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UnternehmerDialog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Kreditbearbeitung / Prolongation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Controlling (NMZ, DB-Cockpit)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Frühwarnliste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Aktivitäten / Aufgabenverwaltung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Reporting-Routine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