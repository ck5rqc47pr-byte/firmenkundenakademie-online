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Für die Jahresplanung rechnen wir konservativ mit 15–20 %, damit keine unrealistischen Ziele entstehen. 33 % sind möglich bei sehr qualifizierten Verbundpartner-Leads – als Planungsbasis aber zu optimistisch.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jeden Kunden gleich bedient, verzettelt seine Marktbearbeitung.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Strategieworkshop segmentieren Sie Ihren Markt, analysieren Wettbewerb und eigene Stärken (Porter, SWOT) und entwickeln einen konkreten Maßnahmenplan.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haben Sie eine priorisierte Marktbearbeitungsstrategie für Ihr Geschäftsgebiet – mit Meilensteinen und Zielgrößen.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Warm-up: „Mein Markt"</a:t>
            </a:r>
            <a:r>
              <a:rPr sz="900">
                <a:solidFill>
                  <a:srgbClr val="78808C"/>
                </a:solidFill>
                <a:latin typeface="Arial"/>
              </a:rPr>
              <a:t>  ·  2er-Austausch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Werkzeug-Einführung</a:t>
            </a:r>
            <a:r>
              <a:rPr sz="900">
                <a:solidFill>
                  <a:srgbClr val="78808C"/>
                </a:solidFill>
                <a:latin typeface="Arial"/>
              </a:rPr>
              <a:t>  ·  Demonstration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I: Marktanalyse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 + Check-in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Praxisbeispiele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II: Strategieentwicklung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III: Jahresplan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Peer-Präsentation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Galerie-Runde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Konsolidierung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A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B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C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(Anzahl Unternehmen in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Durchschnittlicher Ertragspotenzial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Expertise/Stärke in diesem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Wettbewerbsintensität (gering = gut)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drei Kandidatensegmente: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1: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2: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3: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in 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Ertragspotenzial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Stärke/Expertise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Wettbewerbsintensität (inv.)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Wertversprechen (in einem Satz):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Quartal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Messgröße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