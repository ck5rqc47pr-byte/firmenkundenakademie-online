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Agenda-Überblick. Timing und Pausen siehe Ablaufplan im Trainerhandbuch (Sektion 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Für die Jahresplanung rechnen wir konservativ mit 15–20 %, damit keine unrealistischen Ziele entstehen. 33 % sind möglich bei sehr qualifizierten Verbundpartner-Leads – als Planungsbasis aber zu optimistisch.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01   Vom reaktiven zum strategischen Vertrieb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02   Segmentierungskriterien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03   Das Scoring-Modell zur Segmentpriorisierung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04   Wie groß ist mein adressierbarer Markt?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05   SWOT im Firmenkundensegment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06   Wertversprechen formulieren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07   Welche Kanäle funktionieren wirklich?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08   Empfehlungsmanagement systematisieren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09   Arbeitsblatt A: Segmentpriorisierung – Scoring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10   Arbeitsblatt B: Marktbearbeitungs-Jahresplan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SWOT im Firmenkundensegment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Welche Kanäle funktionieren wirklich?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drei Kandidatensegmente: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Wertversprechen (in einem Satz):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