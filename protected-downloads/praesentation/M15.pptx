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Für die Jahresplanung rechnen wir konservativ mit 15–20 %, damit keine unrealistischen Ziele entstehen. 33 % sind möglich bei sehr qualifizierten Verbundpartner-Leads – als Planungsbasis aber zu optimistisch.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jeden Kunden gleich bedient, verzettelt seine Marktbearbeitung.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Strategieworkshop segmentieren Sie Ihren Markt, analysieren Wettbewerb und eigene Stärken (Porter, SWOT) und entwickeln einen konkreten Maßnahmenplan.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haben Sie eine priorisierte Marktbearbeitungsstrategie für Ihr Geschäftsgebiet – mit Meilensteinen und Zielgrößen.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Vom reaktiven zum strategischen Vertrieb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Segmentierungskriterien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Das Scoring-Modell zur Segmentpriorisierung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Wie groß ist mein adressierbarer Markt?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SWOT im Firmenkundensegment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Wertversprechen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07   Welche Kanäle funktionieren wirklich?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08   Empfehlungsmanagement systematisieren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09   Arbeitsblatt A: Segmentpriorisierung – Scoring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10   Arbeitsblatt B: Marktbearbeitungs-Jahresplan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SWOT im Firmenkundensegment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Welche Kanäle funktionieren wirklich?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drei Kandidatensegmente: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Wertversprechen (in einem Satz):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