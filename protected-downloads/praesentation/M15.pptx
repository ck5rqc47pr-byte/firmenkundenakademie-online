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reaktiven zum strategischen Vertrieb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Segmentierungskriterien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Das Scoring-Modell zur Segmentpriorisierung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Wie groß ist mein adressierbarer Markt?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SWOT im Firmenkundensegment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Wertversprechen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Welche Kanäle funktionieren wirklich?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Empfehlungsmanagement systematisieren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09   Arbeitsblatt A: Segmentpriorisierung – Scoring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10   Arbeitsblatt B: Marktbearbeitungs-Jahresplan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