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Auswertungshilfe (Musterlösungen – nur für Trainer/Seminarleitung)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wichtigsten Bedarfe spricht der Kunde nie von selbst an – sie liegen unter der Wasserlinie.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Eisbergmodell und Videoanalyse trainieren Sie, verdeckte Signale in Kundenaussagen zu hören und behutsam nachzufassen.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latente Bedarfe im Gespräch und machen daraus konkrete Beratungsanlässe.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Warm-up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Latente Bedarfe &amp; SPIN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„Was höre ich wirklich?"</a:t>
            </a:r>
            <a:r>
              <a:rPr sz="1200">
                <a:solidFill>
                  <a:srgbClr val="78808C"/>
                </a:solidFill>
                <a:latin typeface="Arial"/>
              </a:rPr>
              <a:t>  ·  Plenum-Übung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30–38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Rollenspiel-Vorbereitung</a:t>
            </a:r>
            <a:r>
              <a:rPr sz="1200">
                <a:solidFill>
                  <a:srgbClr val="78808C"/>
                </a:solidFill>
                <a:latin typeface="Arial"/>
              </a:rPr>
              <a:t>  ·  Tandems/Dreiergruppen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38–78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Rollenspiele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78–88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Gruppenreflexion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88–95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Trainer-Demo +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der wichtigsten Fragen am Ende jedes Gesprächs: „Ist noch etwas, das ich wissen sollte?" Einfach. Direkt. Wirkungsvoll.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Das Zinsgespräch, das keines ist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zuständige Beraterin Lisa Kern bereitet sich auf ein Konditionengespräch vor.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Hypothese: Welchen latenten Bedarf könnte dieser Kunde haben?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1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konkrete Verbesserungsmöglichkeit: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Sehr gut (3)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Gut (2)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Ausbaufähig (1)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beobachtet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Einstiegsfragen gestellt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Problemfragen aktiv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Implikationsfragen verwendet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Latente Signale aufgegriffen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Schweigen ausgehalten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Paraphrase/Zusammenfassung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Zu früh zu Produkten gewechselt (neg.)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