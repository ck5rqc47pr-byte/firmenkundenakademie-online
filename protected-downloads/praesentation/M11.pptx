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„Wann hat ein Kunde etwas gefragt – und in Wirklichkeit etwas ganz anderes gemeint?"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Kunden artikulieren latente Bedarfe nicht – aus Unsicherheit, Gewohnheit oder weil sie sie selbst nicht benennen können.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Aktives Zuhören ist die Schlüsselkompetenz: „Was höre ich wirklich?" – die Übung im Plenum trainiert genau 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Fall: der Kunde fragt nach dem Zins – dahinter steht eine Sorge (Liquidität, Wachstum, Nachfolge). Wer nur den Zins bearbeitet, verliert die Beratungschance.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Überleitung zum Selbstcheck.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Selbstcheck nach 4 Wochen als Transferanker.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Latente Bedarfe erkennen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Implizite Kundenbedürfnisse durch SPIN-Fragetechnik und aktives Zuhören aufdecken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K-03 Gesprächsführung &amp; Beratung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Sparringspartner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wichtigsten Bedarfe spricht der Kunde nie von selbst an – sie liegen unter der Wasserlinie.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Mit Eisbergmodell und Videoanalyse trainieren Sie, verdeckte Signale in Kundenaussagen zu hören und behutsam nachzufassen.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erkennen Sie latente Bedarfe im Gespräch und machen daraus konkrete Beratungsanlässe.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Explizite von latenten Bedarfen anhand konkreter Gesprächsbeispiele unterscheiden und Kundensignale systematisch zuordnen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SPIN-Fragetechnik in simulierten Kundengesprächen anwenden und implizite Problemformulierungen in explizite Bedarfsaussagen überführen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Gesprächsverläufe auf latente Signale (verbal, paraverbal, nonverbal) analysieren und den wahrscheinlichen Hintergrundbedarf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Qualität des eigenen Frageverhaltens in Rollenspielen bewerten und konkrete Verbesserungsschritte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Situationsgerecht zwischen verschiedenen Fragetechniken wählen und die Wahl begründen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0–5 min     </a:t>
            </a:r>
            <a:r>
              <a:rPr sz="1500" b="1">
                <a:solidFill>
                  <a:srgbClr val="3D5466"/>
                </a:solidFill>
                <a:latin typeface="Arial"/>
              </a:rPr>
              <a:t>  Warm-up &amp; Zielklärung</a:t>
            </a:r>
            <a:r>
              <a:rPr sz="1200">
                <a:solidFill>
                  <a:srgbClr val="78808C"/>
                </a:solidFill>
                <a:latin typeface="Arial"/>
              </a:rPr>
              <a:t>  ·  Plenum, offene Frage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5–20 min    </a:t>
            </a:r>
            <a:r>
              <a:rPr sz="1500" b="1">
                <a:solidFill>
                  <a:srgbClr val="3D5466"/>
                </a:solidFill>
                <a:latin typeface="Arial"/>
              </a:rPr>
              <a:t>  Theorie-Input: Latente Bedarfe &amp; SPIN</a:t>
            </a:r>
            <a:r>
              <a:rPr sz="1200">
                <a:solidFill>
                  <a:srgbClr val="78808C"/>
                </a:solidFill>
                <a:latin typeface="Arial"/>
              </a:rPr>
              <a:t>  ·  Kurzinput + Flipchart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20–30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Übung: „Was höre ich wirklich?"</a:t>
            </a:r>
            <a:r>
              <a:rPr sz="1200">
                <a:solidFill>
                  <a:srgbClr val="78808C"/>
                </a:solidFill>
                <a:latin typeface="Arial"/>
              </a:rPr>
              <a:t>  ·  Plenum-Übung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30–38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Rollenspiel-Vorbereitung</a:t>
            </a:r>
            <a:r>
              <a:rPr sz="1200">
                <a:solidFill>
                  <a:srgbClr val="78808C"/>
                </a:solidFill>
                <a:latin typeface="Arial"/>
              </a:rPr>
              <a:t>  ·  Tandems/Dreiergruppen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38–78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Rollenspiele</a:t>
            </a:r>
            <a:r>
              <a:rPr sz="1200">
                <a:solidFill>
                  <a:srgbClr val="78808C"/>
                </a:solidFill>
                <a:latin typeface="Arial"/>
              </a:rPr>
              <a:t>  ·  Dreiergruppen (rotierend)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78–88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Gruppenreflexion</a:t>
            </a:r>
            <a:r>
              <a:rPr sz="12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>
                <a:solidFill>
                  <a:srgbClr val="78808C"/>
                </a:solidFill>
                <a:latin typeface="Consolas"/>
              </a:rPr>
              <a:t>88–95 min   </a:t>
            </a:r>
            <a:r>
              <a:rPr sz="1500" b="1">
                <a:solidFill>
                  <a:srgbClr val="3D5466"/>
                </a:solidFill>
                <a:latin typeface="Arial"/>
              </a:rPr>
              <a:t>  Transfer &amp; Abschluss</a:t>
            </a:r>
            <a:r>
              <a:rPr sz="1200">
                <a:solidFill>
                  <a:srgbClr val="78808C"/>
                </a:solidFill>
                <a:latin typeface="Arial"/>
              </a:rPr>
              <a:t>  ·  Trainer-Demo + Einzelarbeit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wichtigste Bedarf ist der unausgesprochene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Der wichtigste Bedarf ist der, den der Kunde noch nicht ausgesprochen hat.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Explizite Wünsche bearbeitet jeder Sachbearbeiter.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Latente Bedarfe mit SPIN-Fragen zu heben, unterscheidet den Berater vom Abwickler.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Eisberg-Modell der Kundenbedürfnisse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Der explizite Wunsch ist die Spitze des Eisbergs – der eigentliche Bedarf liegt darunter.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Über Wasser: der artikulierte Wunsch (z. B. „ein besserer Zins").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Unter Wasser: Sorge um Liquidität, Wachstum, Sicherheit, Nachfolge.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M11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Das Eisberg-Modell latenter Bedarfe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863" y="1325880"/>
            <a:ext cx="7079225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SPIN: mit Fragen in die Tiefe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SPIN führt in drei Tiefen-Ebenen vom expliziten Wunsch zum latenten Bedarf.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Situation und Problem klären, Implikation aufzeigen, Nutzen herausarbeiten.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vier Signalkanäle (Wortwahl, Betonung, Körpersprache, Auslassung) lesen.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FALLARBEIT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Praxiscase &amp; Rollenspiel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Hinter dem Zinsgespräch den eigentlichen Bedarf finden.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M11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Das Zinsgespräch, das keines ist – bearbeiten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Bereiten Sie SPIN-Fragen für den Fall vor (AB-1).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Decken Sie im Rollenspiel den latenten Bedarf hinter der Zinsfrage auf.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Nutzen Sie den Beobachtungsbogen für strukturiertes Feedback (AB-2).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Prinzip dieses Moduls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Der wichtigste Bedarf ist der, den der Kunde noch nicht ausgesprochen hat.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Explizite Wünsche bearbeitet jeder; latente Bedarfe mit SPIN-Fragen zu heben, unterscheidet den Berater vom Sachbearbeiter.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M11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 und Selbstcheck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Kundenanfrage haben Sie zuletzt wörtlich genommen, statt nachzufragen?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Auf welchem der vier Signalkanäle hören Sie am wenigsten genau hin?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 SPIN-Frage nehmen Sie in Ihr nächstes Gespräch mit?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