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wichtigsten Bedarfe spricht der Kunde nie von selbst an – sie liegen unter der Wasserlinie.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Eisbergmodell und Videoanalyse trainieren Sie, verdeckte Signale in Kundenaussagen zu hören und behutsam nachzufassen.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latente Bedarfe im Gespräch und machen daraus konkrete Beratungsanlässe.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