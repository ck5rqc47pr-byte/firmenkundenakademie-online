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32–47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+ 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47–72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72–90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90–98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 +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98–100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Umsatz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Netto-Finanzverbindlichkeiten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Ø-Inanspruchnahme / Limit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Monate nach Geschäftsjahresende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9 / Verweigerung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