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Zusatzinformationen aus dem letzten Gespräch (vor 6 Wochen):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Füllen Sie die Ampel-Checkliste für die Renner Metallverarbeitung GmbH (Berichtsjahr aktuell) vollständig aus.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Quantitative Indikatoren: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EBITDA-Marge: ______ %  → Bewertung Q1: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Leverage (NFK/EBITDA): ______x  → Bewertung Q2: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Eigenkapitalquote: ______ %  → Bewertung Q3: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KK-Inanspruchnahme: ______ %  → Bewertung Q4: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Jahresabschluss-Vorlage: ______ Monate nach JE  → Bewertung Q5: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Teilpunktzahl quantitativ: ______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