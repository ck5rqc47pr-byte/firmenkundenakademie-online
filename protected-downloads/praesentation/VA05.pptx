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Guter Gesprächsverlauf: (1) Freundliche Annahme mit Bank und Namen. (2) Zuerst Verständnis: „Ich verstehe, dass Sie das Warten ärgert – das schaue ich mir sofort an." (3) Sachlage ehrlich, ohne Schuldzuweisung: „Es fehlt noch eine Unterlage; sobald die vorliegt, geht es zügig weiter." Dann konkrete Zusage: „Ich kläre das heute mit dem Berater und rufe Sie bis morgen 12 Uhr zurück." (4) Abschluss mit nächstem Schritt und Dank.</a:t>
            </a:r>
          </a:p>
          <a:p>
            <a:r>
              <a:t>Kernbefund: Entscheidend ist die Reihenfolge – Beziehung vor Sache. Der Kunde muss sich gehört fühlen, bevor die Information ankommt. Die Zusage muss realistisch sein, sonst entsteht aus einem Ärger ein Vertrauensbruch.</a:t>
            </a:r>
          </a:p>
          <a:p>
            <a:r>
              <a:t>Trainer-Hinweis: Lassen Sie das Telefonat als Kurz-Rollenspiel spielen (eine Person Kunde, eine Innendienst). Achten Sie darauf, ob zuerst Verständnis gezeigt oder sofort gerechtfertigt wird. Häufiger Reflex ist die Rechtfertigung – genau hier liegt der Lernpunkt. Tonfall zählt mehr als der perfekte 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Professionell am Telefon und im Schriftverkehr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Klar, freundlich und serviceorientiert kommunizieren im Firmenkunden-Innendienst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Innendienst ist oft die erste Stimme und die erste Zeile, die der Firmenkunde erlebt – am Telefon und in Mails entsteht hier ein großer Teil des Serviceeindrucks.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wie Kommunikation wirkt (vier Seiten einer Nachricht, Beziehungs- vor Sachebene) und woran Kunden gute Servicequalität festmachen.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Telefonate strukturiert, formulieren klare und freundliche Schreiben und reagieren auch in schwierigen Situationen souverän.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Seiten einer Nachricht und die Unterscheidung von Inhalts- und Beziehungsebene an einem Beispiel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Dimensionen guter Servicequalität auf die Innendienst-Kommunikation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Kundentelefonat strukturiert führen (Annahme, Anliegen klären, Zusage, Abschluss)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Kundenmail klar, freundlich und vollständig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 einer schwierigen Situation (Beschwerde, Verzögerung) deeskalierend und serviceorientiert reagieren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aktivierend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Kommunikation verstehen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Servicequalität im Innendienst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Kurzrollenspiele AB-2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moderierte 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AB-3: Mail formulieren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AB-4: Deeskalation + 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Woran Kunden Servicequalität festmachen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Gerade Zuverlässigkeit und Reaktionsfähigkeit sind im Bankinnendienst die am unmittelbarsten erlebten Qualitätsmerkmale: Ein zugesagter Rückruf, der kommt, schlägt jede Hochglanzbroschüre.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Ein Anruf und eine Mail (Elektro Musterregion GmbH)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Elektro Musterregion GmbH ist Firmenkundin der VR-Bank Musterregion eG. Zwei Vorgänge erreichen Sie im Innendienst: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Telefon: Der Geschäftsführer ruft an, hörbar verärgert: „Ist die Darlehenszusage denn immer noch nicht durch? Ich warte seit über einer Woche!" Sie wissen: Es fehlt noch eine Unterlage, der Berater ist im 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Mail: Eine Mitarbeiterin der Firma schreibt mit drei Fragen in einer Mail: Stand der Zusage, benötigte Unterlagen, möglicher Auszahlungstermin.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Kommunikationssituationen mit der serviceorientierten Reaktion – nutzen Sie sie bei der Fallarbeit.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haben Sie zuletzt zuerst die Sache erklärt, obwohl die Beziehungsebene gestört war – was wäre besser gewesen?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Ihrer Standardformulierungen klingen eher abweisend (z. B. „nicht zuständig") – wie ginge es freundlicher?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SERVQUAL-Dimension (Zuverlässigkeit, Reaktionsfähigkeit, Kompetenz, Einfühlung) wollen Sie persönlich arbeiten?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