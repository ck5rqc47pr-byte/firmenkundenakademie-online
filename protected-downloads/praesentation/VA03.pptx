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„Welche Aufgabe erledigen Sie heute noch nicht im System?" Kurze Diskussion: Was passiert, wenn die Kollegin krank ist und die Notiz nirgends im System steht?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ein Datenpunkt, ein Ort. Der gemeinsame Stand ist der eigentliche Wert des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DSGVO greifbar machen: eine Excel-Liste mit Kundennamen und Kreditbeträgen auf privatem Laufwerk oder USB-Stick ist ein meldepflichtiger Verstoß.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 zuordnen (AB-1), dann am System recherchieren (AB-2). Trainer beobachtet, ohne einzugreifen; nur bei Navigationsfragen kurz den Weg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Revisionssicherheit testen lassen: nach dem Speichern der Vorgangsnotiz prüfen, ob der Text noch änderbar ist – das ist der Test für die eigene Installation.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Guter Lösungsweg: Kunde suchen, Engagement öffnen, Dokumentenablage/Sicherheiten prüfen – ohne beim Berater zurückzufragen.</a:t>
            </a:r>
          </a:p>
          <a:p>
            <a:r>
              <a:t>Trainer-Hinweis: typischer Reflex ist die Rückfrage beim Berater statt der Recherche im System. Genau das sichtbar machen.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Transfer: die zwei eigenen Workarounds aus AB-3 in die Tabelle von Sec 5.1 eintragen – letzter Systemschritt im Seminar.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je eine kurze Runde im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agree im Innendienst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Die Kern-Workflows des Firmenkunden-Innendiensts sicher und ohne Umwege bedienen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K-A02 Systeme &amp; Prozesse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Doppelte Eingaben, eigene Excel-Listen und Notizzettel kosten im Innendienst täglich Zeit – und schaffen Fehler- und Datenschutzrisiken.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Hands-on-Modul arbeiten Sie die agree-Kernfunktionen für den Firmenkunden-Innendienst gezielt durch: Kunden und Engagements recherchieren, Stammdaten pflegen, Vorgänge revisionssicher dokumentieren und Wiedervorlagen anlegen.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erledigen Sie Innendienst-Aufgaben direkt im System – statt an agree vorbei.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für den Innendienst relevanten agree-Funktionsbereiche benennen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warum System-Workarounds (Excel-Listen, Notizzettel) entstehen und welche Risiken sie bergen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Kundenvorgang in agree vollständig recherchieren, ohne beim Berater nachzufragen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Stammdaten-/Adressänderung korrekt und nachvollziehbar im System ausführen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Bearbeitungsschritt revisionssicher im System dokumentieren und eine Wiedervorlage anlegen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aktivierende Einstiegsfrage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agree als Single Source of Truth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Warum Workarounds entstehen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Fallübergabe: Metallbau Musterregion GmbH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am System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am System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AB-3: Workaround-Analyse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AB-4: Dokumentieren &amp; Wiedervorlage am System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am System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agree als eine Wahrheit verstehen – ein Datenpunkt, ein 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agree als Single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Datenpunkt – ein Ort. Wer den Vorgang im System führt, macht ihn nachvollziehbar, vertretbar und prüfsicher.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Kernbankverfahren bildet alle Innendienst-Aufgaben ab: Stammdaten, Engagement, Vorgänge, Dokumente, Suche, Auswertungen.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Information hat genau einen richtigen Platz im System – nicht auf einem Notizzettel daneben.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im System führt, ist auch bei Urlaub oder Krankheit vertretbar: die Kollegin sieht denselben 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agree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Verstehen, warum Workarounds entstehen – und was sie wirklich kosten.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Workarounds entstehen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System wird genutzt, wenn es nützlich und bedienbar ist (Davis, 1989). Ein Workaround ist ein Signal, kein Charakterfehler.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DIE VIER VERSTECKTEN KOSTEN EINER PARALLELLISTE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Doppelpflege – dieselben Daten an zwei Stellen; eine veraltet.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Fehlerquelle – aus widersprüchlichen Ständen entstehen falsche Auskünfte.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Datenschutz – Kundendaten außerhalb des Systems sind ein DSGVO-Risiko (Art. 5, 32 DSGVO).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gemeinsamer Stand – der Berater sieht die Notiz nicht, Wissen geht verloren.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Was ein Workaround wirklich kostet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Innendienst-Vormittag bei der Metallbau Musterregion GmbH – drei Vorgänge, ein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Ein Vormittag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FALL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betreuen das Engagement der Metallbau Musterregion GmbH (Hausbank VR-Bank Musterregion eG).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einem Vormittag laufen drei Vorgänge auf: eine Beraternachfrage, eine Adressänderung und eine fehlende BWA.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Bearbeiten Sie alle drei Vorgänge vollständig in agree – ohne Notizzettel, ohne Rückfrage beim Berater.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statt Workaround ins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Information mündlich oder per Notiz hereinkommt — dann sie direkt im System erfassen und dem Vorgang zuordnen (eine Wahrheit).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Aufgabe später erledigt werden muss — dann eine Wiedervorlage mit Frist anlegen, statt sie im Kopf zu behalten.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Kundendaten in einer Liste außerhalb des Systems stehen — dann sie ins System überführen und die Liste löschen (DSGVO).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Vorgänge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drei Vorgänge den Funktionsbereichen zu, bevor Sie das System öffnen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Bearbeiten Sie die Beraternachfrage („Liegt der aktuelle Sicherheitenvertrag vor?") vollständig in agree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Notieren Sie zwei eigene Workarounds mit Risiko und agree-Lösung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Erfassen Sie die Adressänderung und legen Sie für die fehlende BWA eine Wiedervorlage an (AB-4).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Jeder Workaround ist ein verstecktes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Excel-Listen und Notizzettel umgehen das System – wer den Vorgang in agree führt, macht ihn nachvollziehbar und prüfsicher.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Workaround nutzen Sie am häufigsten – und welches Problem löst er, das agree (noch) nicht löst?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Information ins System gehört und nicht auf einen Notizzettel?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einer neuen Kollegin erklären, warum die Excel-Liste ein Risiko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