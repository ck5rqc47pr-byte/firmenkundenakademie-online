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Eine gute Mappe enthält: Kurzprofil; Engagementübersicht mit der zu 95 % ausgelasteten Betriebsmittellinie prominent; aktuelle Kennzahlen (mit Hinweis auf die fehlende BWA als offener Punkt); als Anlässe markiert: Linienauslastung (Erhöhung?), auslaufende Zinsbindung (Prolongation), angedeutete Investition (Finanzierung); Agenda-Vorschlag mit diesen Punkten. Nachbereitung: drei Aufgaben mit Wiedervorlage und Systemdokumentation.</a:t>
            </a:r>
          </a:p>
          <a:p>
            <a:r>
              <a:t>Kernbefund: Stärke der Mappe ist die Verdichtung und das aktive Markieren der Anlässe – der Berater muss sie nicht selbst aus den Daten suchen. Genau das ist Entlastung.</a:t>
            </a:r>
          </a:p>
          <a:p>
            <a:r>
              <a:t>Trainer-Hinweis: Häufiger Fehler ist „viel hilft viel" – die Mappe wird zum Datenfriedhof. Loben Sie Weglassen. Die Anlass-Markierung ist die Brücke zu VA09 (Vertriebsanlässe aufbereiten).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Termine vor- und nachbereiten, die den Berater entlasten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Aus Daten eine entscheidungsreife Terminmappe machen – und nichts nach dem Termin verlieren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gut vorbereiteter Termin spart dem Berater Zeit und macht im Kundengespräch den Unterschied – ein schlecht nachbereiteter verliert Vereinbarungen und Anlässe.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aus Engagement- und Kundenhistorie die relevanten Informationen zu einer entscheidungsreifen Terminmappe zu bündeln und Termine so nachzubereiten, dass Aufgaben, Wiedervorlagen und Dokumentation sauber laufen.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entlasten Sie den Berater spürbar.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Kundengespräch systematisch vorbereiten (Unterlagen, Kennzahlen, Agenda, offene Punkte)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Engagement- und Kundenhistorie die für den Termin relevanten Informationen herausfiltern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entscheidungsreife Terminmappe für den Berater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Termin nachbereiten (Protokoll, Aufgaben, Wiedervorlagen, Dokumentation)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Schritte der Vor- und Nachbereitung den Berater wirklich entlasten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Was eine Terminmappe leisten muss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mit Visualisierung (Flipchart oder Folie)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(15 Min.)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 + Moderationskarten am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AB-4: Anlässe + Nachbereitung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Nachbereitung als Kreislauf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(Flipchart-Skizze)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Was eine gute Vorbereitung leistet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Bausteine einer Terminmappe (Jahresgespräch):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Jahresgespräch Handwerk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Informationsbedarf bestimmen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Was braucht der Berater für dieses Gespräch wirklich? Wählen Sie aus und begründen Sie.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Terminmappe zusammenstellen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Füllen Sie die Bausteine der Terminmappe für den 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merkt ein Berater, dass eine Terminmappe wirklich gut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Anlässe übersehen Sie in der Vorbereitung am ehesten?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geht in Ihrer Praxis nach Terminen am häufigsten verloren – und warum?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