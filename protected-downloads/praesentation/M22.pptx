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Zeitfenster: 30 Minuten (25 Min. Arbeit, 5 Min. Trainer-Rundgang und Abschluss). Für Gruppen mit Einsteiger-Profil: Eine zu 50 % ausgefüllte SWOT (AB-2) ist akzeptabel – das Krediturteil (AB-3) hat Priorität. AB-2 SWOT: Ergebnisse aus Five Forces in SWOT-Raster übertragen; explizit: „Markieren Sie die drei größten Red Flags für das Kreditvotum." Schnelle Teilnehmer (Zusatzaufgabe): Wer AB-3 früh fertig hat, erhält mündlich (oder über den AB-3-Erweiterungskasten): „Szenario: Haller plant statt des Betriebsmittelkredits ein Investitionsdarlehen über 1,2 Mio. EUR für neue CNC-Maschinen. Was ändert sich an Ihrer qualitativen Einschätzung – und was bleibt? Formulieren Sie einen Satz fürs Kreditvotum unter dieser Annahme."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0–10 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Blitzlicht,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10–30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Gruppenarbeit AB-1</a:t>
            </a:r>
            <a:r>
              <a:rPr sz="1200">
                <a:solidFill>
                  <a:srgbClr val="78808C"/>
                </a:solidFill>
                <a:latin typeface="Arial"/>
              </a:rPr>
              <a:t>  ·  Problembasiertes Lernen, Kleingruppen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Plenumspräsentation AB-1</a:t>
            </a:r>
            <a:r>
              <a:rPr sz="1200">
                <a:solidFill>
                  <a:srgbClr val="78808C"/>
                </a:solidFill>
                <a:latin typeface="Arial"/>
              </a:rPr>
              <a:t>  ·  Präsentation,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65–95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Gruppenarbeit AB-2 + AB-3</a:t>
            </a:r>
            <a:r>
              <a:rPr sz="1200">
                <a:solidFill>
                  <a:srgbClr val="78808C"/>
                </a:solidFill>
                <a:latin typeface="Arial"/>
              </a:rPr>
              <a:t>  ·  Kleingruppen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95–115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 &amp; Debriefing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115–127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Red Flag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Schwellenwert / 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Beurteilung Haller GmbH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Kunde &gt; 30 %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— Kunde A: 60 %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Lieferant &gt; 50 % Beschaffung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Nachfolgelücke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&gt; 60 Jahre,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Maschinenalter / Investitionsstau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&gt; 8 Jahre ohne Erneuerungsinvestition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 (Ø 9 Jahre)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Marktkonzentration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 mit &lt; 5 relevanten Abnehmern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Exportabhängigkeit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0 % Export in preissensitiver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 — umgekehrt: kein Export als 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Schlüsselpersonenrisiken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Unverzichtbare Einzelperson ohne Vertretung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(GF Haller)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Orientierungswert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Haller GmbH 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Schuldendienst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1,42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Zinsaufwand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3,8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31,4 % — gut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Branche: 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 — über Branche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