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Sinnvolle Reihenfolge: (1) 2-Minuten-Mail der Kundin sofort beantworten (schnell weg, schafft Ruhe). (2) Engagementübersicht für 11:00 – wichtig und dringend, mit hartem Termin → früh einplanen. (3) Fällige Wiedervorlagen abarbeiten (wichtig + dringend, gebündelt). (4) Quartals-Datenpflege terminieren (wichtig, nicht dringend) – fest in die Woche legen, nicht „mal machen". Telefon: in den Bearbeitungsblöcken bewusst steuern (Anrufbeantworter/Vertretung), sonst zerfasert der Vormittag.</a:t>
            </a:r>
          </a:p>
          <a:p>
            <a:r>
              <a:t>Kernbefund: Der harte Termin (11:00) und die 2-Minuten-Regel strukturieren den Vormittag. Die Datenpflege ist die typische „wichtig, nicht dringend"-Aufgabe, die ohne festen Termin liegen bleibt.</a:t>
            </a:r>
          </a:p>
          <a:p>
            <a:r>
              <a:t>Trainer-Hinweis: Die „richtige" Reihenfolge ist weniger wichtig als die Begründung. Achten Sie darauf, dass Teilnehmer den harten Termin früh sichern und die nicht-dringende Datenpflege aktiv terminieren statt verschieben.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VA08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Selbstorganisation und Priorisierung im Innendienst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Aufgaben steuern, Prioritäten setzen und den Arbeitstag im Griff behalten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K-A04 Zusammenarbeit &amp; Selbstorganisation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Sachbearbeitung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VA08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Im Innendienst laufen viele Aufgaben gleichzeitig auf – Anfragen, Fristen, Zuarbeiten, Unterbrechungen.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Wer nicht steuert, wird gesteuert.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lernen Sie, Aufgaben nach Wichtigkeit und Dringlichkeit einzuordnen, Zeitfresser zu erkennen und ein einfaches Wiedervorlage-System für die eigene Woche aufzusetzen.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behalten Sie auch an vollen Tagen den Überblick und arbeiten das Richtige zuerst ab.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VA08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Aufgaben nach Wichtigkeit und Dringlichkeit einordnen und das Prinzip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Wirkung wirksamen Zeitmanagements (mehr Kontrolle, weniger Belastung)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Arbeitstag mit konkurrierenden Aufgaben priorisieren und planen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Zeitfresser und Unterbrechungen identifizieren und Gegenmaßnahmen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einfaches Wiedervorlage- und To-do-System für die eigene Woche aufsetzen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VA08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2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1: Wichtigkeit vs. Dringlichkeit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2: Zeitfresser &amp; Bearbeitungsblöcke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Frage-Antwort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 &amp; AB-2 in Einzelarbeit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00:50–01:05 </a:t>
            </a:r>
            <a:r>
              <a:rPr sz="1200" b="1">
                <a:solidFill>
                  <a:srgbClr val="3D5466"/>
                </a:solidFill>
                <a:latin typeface="Arial"/>
              </a:rPr>
              <a:t>  Plenumsbesprechung AB-1/AB-2</a:t>
            </a:r>
            <a:r>
              <a:rPr sz="9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01:05–01:17 </a:t>
            </a:r>
            <a:r>
              <a:rPr sz="1200" b="1">
                <a:solidFill>
                  <a:srgbClr val="3D5466"/>
                </a:solidFill>
                <a:latin typeface="Arial"/>
              </a:rPr>
              <a:t>  AB-3 &amp; AB-4</a:t>
            </a:r>
            <a:r>
              <a:rPr sz="900">
                <a:solidFill>
                  <a:srgbClr val="78808C"/>
                </a:solidFill>
                <a:latin typeface="Arial"/>
              </a:rPr>
              <a:t>  ·  Einzel- +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01:17–01:24 </a:t>
            </a:r>
            <a:r>
              <a:rPr sz="1200" b="1">
                <a:solidFill>
                  <a:srgbClr val="3D5466"/>
                </a:solidFill>
                <a:latin typeface="Arial"/>
              </a:rPr>
              <a:t>  Reflexion</a:t>
            </a:r>
            <a:r>
              <a:rPr sz="9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01:24–01:27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Transfer-Anker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+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01:27–01:30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Theorie-Input: Wichtig ist nicht gleich dringend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/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dringend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nicht dringend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wichtig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sofort selbst erledigen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terminieren / einplanen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nicht wichtig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delegieren / schnell abarbeiten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weglassen / sammeln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Theorie-Input: Zeitfresser und Unterbrechungen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 Innendienst sind Unterbrechungen normal – das Problem ist der ständige Wechsel, der jedes Mal Einarbeitungszeit kostet. Drei wirksame Gegenmaßnahmen: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Bündeln: gleichartige Aufgaben (z. B. alle Wiedervorlagen) am Stück erledigen.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Bearbeitungsblöcke: feste, störungsarme Zeitfenster für konzentrierte Arbeit.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2-Minuten-Regel: Was in unter zwei Minuten erledigt ist, sofort tun; alles andere terminieren statt liegen lassen.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Selbstorganisation ist eine Routine, die man aufbaut – nicht ein Charakterzug. Eigenverantwortliches Üben ist der Schlüssel (Knowles, 1975 ).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VA08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Praxisfall: Ein Montagmorgen im Innendienst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Ausgangslage (anonymisiert)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Es ist Montag, 8:00 Uhr. Auf Ihrem Tisch (VR-Bank Musterregion eG) liegen gleichzeitig: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Berater bittet bis 11:00 Uhr um eine Engagementübersicht für einen Mittagstermin.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Wiedervorlagen sind heute fällig (fehlende BWA, Adressänderung, Sicherheitennachweis).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Kundin hat eine einfache Frage per Mail (2 Minuten).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„wichtig, nicht dringend"-Aufgabe schieben Sie regelmäßig vor sich her?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ist Ihr größter Zeitfresser – und was hält Sie davon ab, ihn abzustellen?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in der Woche planen Sie bewusst – oder reagieren Sie nur?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