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„Wie fühlt sich ein Anruf an, der mit einem echten Anlass beginnt – gegenüber einem Kaltanruf?"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das Signal sagt, wann und warum – das Gespräch macht der Mensch.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Jeder Typ hat eine eigene Ansprache-Logik – der lebensereignisbasierte Trigger ist der sensibelste.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jeder Verbundpartner-Übergabe die Einwilligung prüfen. Transparenz („Mir ist aufgefallen…") schafft Vertrauen.</a:t>
            </a:r>
          </a:p>
          <a:p>
            <a:r>
              <a:t>Moderation (HB Sec 3): Wenn TN ohne M17 im Raum sind: Vor der Demo kurz abfragen – „Wer hat M17 noch nicht gemacht?" – und diese TN bitten, sich auf das Mitschauen zu konzentrieren statt parallel mitzunavigieren. Alternativ ein Zweierteam mit einem M17-erfahrenen TN bilden. M17-Abwesenheit ist kein Ausschlussgrund für M18, aber die Demo-Erwartung muss angepasst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Praxiscase: je Trigger-Typ ein Gespräch – transaktional, ratingbasiert, lebensereignisbasiert. Die Ansprache unterscheidet sich, der menschliche Kern bleibt.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Selbstcheck.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Datenqualitäts-Audit und Selbstcheck als Transferanker.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Datengetriebener Vertrieb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Trigger-Signale aus agree erkennen und proaktiv nutzen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K-05 Digital &amp; Daten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Sparringspartner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den Bestandsdaten Ihrer Bank stecken Vertriebsanlässe, die nie jemand hebt.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 Trigger-Typen kennen und bauen mit Excel/Power BI eigene Auswertungen für die systematische Anlasserkennung.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generieren Sie Vertriebsimpulse aus Daten – statt auf den Zufall zu warten.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Mindestens fünf Trigger-Ereignisse aus agree-Daten identifizieren und priorisieren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Datenqualität des CRM-Bestands analysieren und Lücken benennen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Reaktiven und trigger-basierten Vertrieb unterscheiden und erläutern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Drei Trigger-Typen hinsichtlich Vorlaufzeit und Wirksamkeit bewerten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Grundsätze der DSGVO-konformen Datennutzung im Vertriebskontext anwenden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</a:t>
            </a:r>
            <a:r>
              <a:rPr sz="900">
                <a:solidFill>
                  <a:srgbClr val="78808C"/>
                </a:solidFill>
                <a:latin typeface="Arial"/>
              </a:rPr>
              <a:t>  ·  Blitzlicht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00:08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Theorie-Block I a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Folie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00:18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Theorie-Block I b: DSGVO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00:26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Live-Demo</a:t>
            </a:r>
            <a:r>
              <a:rPr sz="900">
                <a:solidFill>
                  <a:srgbClr val="78808C"/>
                </a:solidFill>
                <a:latin typeface="Arial"/>
              </a:rPr>
              <a:t>  ·  Beamer-Demo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00:43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Einzelübung I</a:t>
            </a:r>
            <a:r>
              <a:rPr sz="900">
                <a:solidFill>
                  <a:srgbClr val="78808C"/>
                </a:solidFill>
                <a:latin typeface="Arial"/>
              </a:rPr>
              <a:t>  ·  agree-Einzelarbeit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01:13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Partnercheck</a:t>
            </a:r>
            <a:r>
              <a:rPr sz="900">
                <a:solidFill>
                  <a:srgbClr val="78808C"/>
                </a:solidFill>
                <a:latin typeface="Arial"/>
              </a:rPr>
              <a:t>  ·  Partnerarbeit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01:18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Transfer-Abschluss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Kartenabfrage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01:24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Hinweis Datenqualität</a:t>
            </a:r>
            <a:r>
              <a:rPr sz="900">
                <a:solidFill>
                  <a:srgbClr val="78808C"/>
                </a:solidFill>
                <a:latin typeface="Arial"/>
              </a:rPr>
              <a:t>  ·  Kurzerklärung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01:29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Kurz-Wrap-up</a:t>
            </a:r>
            <a:r>
              <a:rPr sz="900">
                <a:solidFill>
                  <a:srgbClr val="78808C"/>
                </a:solidFill>
                <a:latin typeface="Arial"/>
              </a:rPr>
              <a:t>  ·  Frontal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01:35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Feedbackbogen</a:t>
            </a:r>
            <a:r>
              <a:rPr sz="900">
                <a:solidFill>
                  <a:srgbClr val="78808C"/>
                </a:solidFill>
                <a:latin typeface="Arial"/>
              </a:rPr>
              <a:t>  ·  Einzeln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01:40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Ein Datenpunkt öffnet die Tür – das Gespräch bleibt menschlich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 Datenpunkt öffnet die Tür – das Gespräch bleibt menschlich.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Trigger aus agree machen aus dem Kaltanruf einen Anlass.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Beziehung entsteht trotzdem am Telefon, nicht in der Software.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Vom Zufallskontakt zum signalgesteuerten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Datengetriebener Vertrieb ersetzt den Zufall durch das Signal – der richtige Kunde zur richtigen Zeit.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Drei Grundprinzipien: Signal statt Zufall, Relevanz statt Masse, Anlass statt Angebot.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Trigger ist der Türöffner, nicht das Verkaufsargument.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Trigger-Typen mit unterschiedlicher Logik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Nicht jeder Trigger ist gleich – transaktional, ratingbasiert und lebensereignisbasiert brauchen unterschiedliche Ansprache.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Transaktional (aus agree-Kontodaten): Zahlungseingänge, Liquiditätssprünge.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Ratingbasiert (aus Kreditakte/Frühwarnsystem): Veränderungen im Risikobild.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Lebensereignisbasiert (aus CRM/externen Quellen): Nachfolge, Investition, Wechsel.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M18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Drei Trigger-Typen im datengetriebenen Vertrieb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Datenqualität und DSGVO: die Voraussetzung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Datengetriebener Vertrieb steht und fällt mit der Datenqualität – und mit der Rechtssicherheit.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Datenqualitäts-Audit im eigenen Bestand: Lücken sichtbar machen.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DSGVO: was erlaubt ist, was nicht; Verbundpartner-Einwilligung als Pflichtcheck vor jeder Übergabe.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Transparenz gegenüber dem Kunden ist ein Vertrauensmoment, kein Risiko.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FALLARBEIT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Aus drei Triggern drei passende Gespräche machen.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M18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Trigger, drei Gespräche bearbeiten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Identifizieren Sie in Ihrem Bestand Trigger und Datenlücken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Führen Sie ein Datenqualitäts-Audit Ihrer Top-10-Kunden durch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Entwickeln Sie zu drei Triggern je einen passenden, DSGVO-konformen Gesprächseinstieg.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 Datenpunkt öffnet die Tür – das Gespräch bleibt menschlich.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Trigger aus agree machen aus dem Kaltanruf einen Anlass; die Beziehung entsteht trotzdem am Telefon, nicht in der Software.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 und Selbstcheck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Welcher Trigger-Typ ist in Ihrem Bestand am ungenutztesten?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 sind Ihre Daten so lückenhaft, dass Trigger untergehen?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formulieren Sie einen datenbasierten Einstieg transparent und DSGVO-konform?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