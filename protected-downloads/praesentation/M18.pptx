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Trigger-Signale aus agree erkennen und proaktiv nutzen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K-05 Digital &amp; Daten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1: Transaktionale Trigger (aus agree-Kontodaten)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2: Ratingbasierte Trigger (aus Kreditakte / Frühwarnsystem)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Verbundpartner-Einwilligung: Pflichtcheck vor jeder Übergabe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wirkungsvollster Trigger für die nächsten 4 Wochen: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