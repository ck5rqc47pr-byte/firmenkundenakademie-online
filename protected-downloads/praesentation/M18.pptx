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a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b: DSGVO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Hinweis Datenqualität</a:t>
            </a:r>
            <a:r>
              <a:rPr sz="900">
                <a:solidFill>
                  <a:srgbClr val="78808C"/>
                </a:solidFill>
                <a:latin typeface="Arial"/>
              </a:rPr>
              <a:t>  ·  Kurzerklärung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01:29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Kurz-Wrap-up</a:t>
            </a:r>
            <a:r>
              <a:rPr sz="900">
                <a:solidFill>
                  <a:srgbClr val="78808C"/>
                </a:solidFill>
                <a:latin typeface="Arial"/>
              </a:rPr>
              <a:t>  ·  Frontal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Trigger-Ereignisse: Drei Typen mit unterschiedlicher Logik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Datenqualität: Die Voraussetzung für alles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Datengetriebener Vertrieb funktioniert nur, wenn die Datenbasis stimmt. Die häufigsten Qualitätsmängel: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Führen Sie einmalig pro Jahr einen strukturierten Datencheck durch: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Kundendaten dürfen für Vertriebszwecke genutzt werden, wenn: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Drei Trigger, drei Gespräche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Anna Schreiber hat 38 Firmenkunden. Sie etabliert eine neue Montagsroutine: 20 Minuten agree-Triggerliste durcharbeiten. Was findet sie in der ersten Woche?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1: Transaktional – Auslandszahlung erstmals aufgetaucht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2: Ratingbasiert – Prolongation in 5 Monaten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3: Lebensereignis – Gesellschafterin 58 Jahre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in 4 Wochen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Anna hat mit drei Triggern drei Gespräche initiiert – alle mit konkretem Ergebnis. Kein Gespräch war ein „Kaltanruf". Alle hatten eine evidenzbasierte Gesprächseröffnung.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Reflexionsfragen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 Bestand – Trigger + Datenlücken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(Nutzen Sie die Priorisierungstabelle aus Sec 4.6, um Ihren wirkungsvollsten Trigger zu bestimmen)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Ergänzen Sie für Ihren Bestand die relevantesten Trigger je Typ: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AB-1: Mein Bestand – Trigger + Datenlücken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AB-2: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Geburtsdatum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korrekt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