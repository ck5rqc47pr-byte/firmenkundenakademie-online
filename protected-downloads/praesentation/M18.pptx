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nie jemand hebt.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Trigger-Typen kennen und bauen mit Excel/Power BI eigene Auswertungen für die systematische Anlasserkennung.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generieren Sie Vertriebsimpulse aus Daten – statt auf den Zufall zu warten.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a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b: DSGVO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01:24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Hinweis Datenqualität</a:t>
            </a:r>
            <a:r>
              <a:rPr sz="900">
                <a:solidFill>
                  <a:srgbClr val="78808C"/>
                </a:solidFill>
                <a:latin typeface="Arial"/>
              </a:rPr>
              <a:t>  ·  Kurzerklärung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01:29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Kurz-Wrap-up</a:t>
            </a:r>
            <a:r>
              <a:rPr sz="900">
                <a:solidFill>
                  <a:srgbClr val="78808C"/>
                </a:solidFill>
                <a:latin typeface="Arial"/>
              </a:rPr>
              <a:t>  ·  Frontal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Trigger-Typ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Geburtsdatum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korrekt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