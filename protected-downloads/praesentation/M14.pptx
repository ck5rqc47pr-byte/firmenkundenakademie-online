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Einstieg: „Welcher Ihrer größten Kunden bringt womöglich am wenigsten Ertrag?"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Deckungsbeitrags-Wasserfall macht sichtbar, wo der Ertrag entsteht und wo er verloren geht.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 risikoreicher Kunde braucht eine höhere Marge – sonst subventioniert die Bank das Risiko.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Müller GmbH: DB II 12.610 EUR, Rendite 1,58 %. Das XLSX-Deckungsbeitragsmodell (M14) rechnet DB und Expected Loss mit Optimierungsszenarien.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Handlungsempfehlung verbindet Ertragssignal und Gesprächsstrategie.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 Musterlösung (Trainer-Version)</a:t>
            </a:r>
          </a:p>
          <a:p>
            <a:r>
              <a:t>Ziel: die Rendite über Cross-Selling und risikogerechte Kondition zum NMZ bringen – im Gespräch über Wert, nicht über Nachlass.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Überleitung zum Selbstcheck.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Selbstcheck nach 4 Wochen als Transferanker.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M14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Ertragsoptimierung pro Kunde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Kundendeckungsbeitrag analysieren, risikogerechtes Pricing verstehen und Konditionengespräche wertbasiert führen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M14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Nicht jeder Kunde mit großem Kreditvolumen ist ein guter Kunde – entscheidend ist der Deckungsbeitrag.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Kundenkalkulation, risikogerechtes Pricing und die Analyse der Ertragsstruktur im eigenen Bestand.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unterpreiste Engagements und führen Konditionengespräche wertbasiert statt defensiv.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M14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Kundendeckungsbeitrag anhand der vier Ertragskomponenten berechnen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Ertragsstruktur eines Kunden analysieren und die größten Optimierungshebel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Expected Loss in der Konditionenkalkulation erklären und bewerten, ob eine Beziehung risikogerecht bepreist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Optimierungsszenarien bewerten und die ertragswirksamste Option 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Konditionengespräch wertbasiert führen – Nutzen kommunizieren bevor über Konditionen gesprochen wird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M14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0–5 min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Einstieg &amp; Zielklärung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Plenum, offene Frage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5–30 min   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Theorie-Input: Kundendeckungsbeitrag + Ertragskomponenten</a:t>
            </a:r>
            <a:r>
              <a:rPr sz="1200">
                <a:solidFill>
                  <a:srgbClr val="78808C"/>
                </a:solidFill>
                <a:latin typeface="Arial"/>
              </a:rPr>
              <a:t>  ·  Kurzinput + Flipchart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30–50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Rechenübung 1: Deckungsbeitrag berechnen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+ Auswertung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50–62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Theorie-Input: Expected Loss und risikoadjustiertes Pricing</a:t>
            </a:r>
            <a:r>
              <a:rPr sz="1200">
                <a:solidFill>
                  <a:srgbClr val="78808C"/>
                </a:solidFill>
                <a:latin typeface="Arial"/>
              </a:rPr>
              <a:t>  ·  Kurzinput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62–76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Rechenübung 2: Optimierungsszenarien</a:t>
            </a:r>
            <a:r>
              <a:rPr sz="12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76–92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Rollenspiel: Konditionsgespräch wertbasiert</a:t>
            </a:r>
            <a:r>
              <a:rPr sz="1200">
                <a:solidFill>
                  <a:srgbClr val="78808C"/>
                </a:solidFill>
                <a:latin typeface="Arial"/>
              </a:rPr>
              <a:t>  ·  Dreiergruppen, 2 Runden mit Rollentausch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92–97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Plenumreflexion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97–100 min 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Nicht das Volumen zählt, sondern der Deckungsbeitrag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Nicht das Volumen zählt, sondern der Deckungsbeitrag.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großer Kredit zu dünner Marge ist ein Verlustgeschäft.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Wer nur den Zinssatz kennt, verhandelt blind – der Deckungsbeitrag zeigt den echten Ertrag je Kunde.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Die vier Ertragskomponenten je Kunde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Der Kundendeckungsbeitrag bündelt alle Ertragsquellen einer Beziehung – nicht nur den Kreditzins.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Zinsergebnis, Provisionen, Verbunderträge, sonstige Erträge.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Vom Deckungsbeitrag I über die Risikokosten zum Deckungsbeitrag II und zur Kundenrendite.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Der Deckungsbeitrags-Wasserfall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Risikogerechtes Pricing: Expected Loss und NMZ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Der Preis muss das Risiko decken – der Expected Loss (PD × LGD × EAD) gehört in jede Kalkulation.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Expected Loss als Kalkulationsgrundlage; das Nettomargenziel (NMZ) als Steuerungsgröße.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Konditionsanpassung vorbereiten: wo trägt die Marge das Risiko nicht?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M14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Rechenbeispiel Müller GmbH: Deckungsbeitrag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Größe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Bewertung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Deckungsbeitrag II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12.610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positiv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Kundenrendite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1,58 %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ausbaufähig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Hebel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Cross-Selling / Kondition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Wertgespräch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Vom Konditionengespräch zum Wertgespräch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Wer über Konditionen verhandelt, verliert Marge – wer über Wert spricht, verteidigt sie.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Kundensegmentierung nach Ertragsprofil; Signale für Unterpreisierung erkennen.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Konditionengespräch wertbasiert führen: Nutzen statt Nachlass.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Handlungsempfehlung: vom Ertragssignal zur Kondition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FALLARBEIT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Praxiscase Bauer &amp; Söhne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Die Ertragsstruktur eines Kunden analysieren und ein Wertgespräch vorbereiten.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M14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Ertragsanalyse Bauer &amp; Söhne bearbeiten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Erstellen Sie die Deckungsbeitragsrechnung für Bauer &amp; Söhne (AB-1) mit dem XLSX-Modell.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Berechnen Sie Expected Loss und Kundenrendite und erkennen Sie die Unterpreisierung.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Bereiten Sie ein wertbasiertes Konditionengespräch vor (AB-2).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Nicht das Volumen zählt, sondern der Deckungsbeitrag.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großer Kredit zu dünner Marge ist ein Verlustgeschäft – wer nur den Zinssatz kennt, verhandelt blind.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 und 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volumenstarke Kunde bringt bei Ihnen womöglich die dünnste Rendite?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Welches Signal für Unterpreisierung übersehen Sie im Alltag am ehesten?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leiten Sie ein Konditionengespräch vom Preis auf den Wert um?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