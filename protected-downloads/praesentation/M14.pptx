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Nicht jeder Kunde mit großem Kreditvolumen ist ein guter Kunde – entscheidend ist der Deckungsbeitrag.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Kundenkalkulation, risikogerechtes Pricing und die Analyse der Ertragsstruktur im eigenen Bestand.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unterpreiste Engagements und führen Konditionengespräche wertbasiert statt defensiv.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offene 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5–25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Kundendeckungsbeitrag + Ertragskomponenten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25–45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1: Deckungsbeitrag berechnen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45–55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Expected Loss und risikoadjustiertes Pricing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55–70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2: Optimierungsszenarien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70–82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Konditionsgespräch wertbasiert</a:t>
            </a:r>
            <a:r>
              <a:rPr sz="1200">
                <a:solidFill>
                  <a:srgbClr val="78808C"/>
                </a:solidFill>
                <a:latin typeface="Arial"/>
              </a:rPr>
              <a:t>  ·  Paare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82–88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88–90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Handlungsempfehlung-Karte verknüpft diese Ertragssignale mit dem jeweils passenden Vertriebsimpuls: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Optimierungshebel (Top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 (Phase 4) – Welche Optionen biete ich 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