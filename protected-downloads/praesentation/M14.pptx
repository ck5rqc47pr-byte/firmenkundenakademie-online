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Ertrag je Kunde messen?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Alternativen (Phase 4) – Welche Optionen biete ich an?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