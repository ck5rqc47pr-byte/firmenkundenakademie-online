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Nicht jeder Kunde mit großem Kreditvolumen ist ein guter Kunde – entscheidend ist der Deckungsbeitrag.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Kundenkalkulation, risikogerechtes Pricing und die Analyse der Ertragsstruktur im eigenen Bestand.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unterpreiste Engagements und führen Konditionengespräche wertbasiert statt defensiv.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5–30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Kundendeckungsbeitrag + Ertragskomponenten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1: Deckungsbeitrag berechnen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50–62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Expected Loss und risikoadjustiertes Pricing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62–76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Rechenübung 2: Optimierungsszenarien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76–92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Konditionsgespräch wertbasiert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Dreiergruppen, 2 Runden mit Rollentausch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92–97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97–100 min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