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Analyse liegt vor – aber wie spricht man kritische Zahlen an, ohne den Kunden zu belehren?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einen 5-Phasen-Rahmen und Fragetechniken für das Bilanzgespräch und üben beides im Rollenspiel an einem realistischen Mittelstandsfall.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Bilanzgespräche auf Augenhöhe – auch wenn die Botschaft unbequem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mit einem KMU-Kunden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gezielte Analysefragen 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konstruktiv aufgreifen und das Gespräch produktiv weiterführen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Blitzlichtrunde,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Kurzvortrag, interaktiv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Einzelarbeit, dann 3er-Gruppe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Rollenspiel, Peer-Feedback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95–115 min 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155–170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170–175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Einzelreflexion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175–180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 – Eröffnung (ca. 10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(Ø)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22,4 %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28–32 %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Liquidität 2. Grades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2,5–3,5x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4–6 %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Personalaufwandsquote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38–42 %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5-Phasen-Rahmen eingehalten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Fragen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Beobachtung + Frage statt Beobachtung + Urteil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Qualitative Info aktiv erfragt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Konkrete Beratungsimpulse aus Analyse abgeleitet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 wirkte wie Dialog auf Augenhöhe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