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(nur für Trainer und GF-Rolle sichtbar): Martin Klemm hat einen Großauftrag über 1,2 Mio. EUR an Land gezogen, der die Vorlauffinanzierung belastet. Zusätzlich lief eine CNC-Maschine (400 TEUR) aus dem Eigenkapital. Die Auftragslage ist gut, der Cash-Engpass temporär. Diese Infos gibt der GF nur preis, wenn der Berater konkret und respektvoll danach fragt – nie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Bilanzgespräch auf Augenhöhe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im Kundengespräch professionell einsetzen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Analyse liegt vor – aber wie spricht man kritische Zahlen an, ohne den Kunden zu belehren?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einen 5-Phasen-Rahmen und Fragetechniken für das Bilanzgespräch und üben beides im Rollenspiel an einem realistischen Mittelstandsfall.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Bilanzgespräche auf Augenhöhe – auch wenn die Botschaft unbequem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Bilanzgespräch anhand eines strukturierten 5-Phasen-Rahmens situativ planen und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Kennzahlenentwicklungen im Kundendialog differenziert einordnen und Analysefragen stellen, ohne eine Abwehrhaltung auszulösen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Unternehmenssignale mit quantitativen Kennzahlen verknüpfen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Einwände mit Fragetechniken konstruktiv aufgreifen und das Gespräch weiterführen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der Bilanzanalyse bedarfsorientierte Beratungsimpulse für Verbundprodukte ableiten (DZ BANK, R+V, Union Investment, VR-Leasing)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Blitzlichtrunde,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Kurzvortrag, interaktiv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50–65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Rollenspielvorbereitung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Einzelarbeit, dann 3er-Gruppe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65–95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Rollenspiel, Peer-Feedback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95–115 min 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115–125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125–155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155–170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170–175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Einzelreflexion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175–180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Vom Zahlenleser zum Gesprächsführer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GRENZEN DER REINEN KENNZAHLENANALYSE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beantwortet die Frage: „Wie ist die finanzielle Situation?" . Diese Analyse ist die Grundlage des Kreditgeschäfts – und gleichzeitig nur die Hälfte der Geschichte.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KOMMUNIKATION AUF AUGENHÖHE: INHALTS- VS. BEZIEHUNGSEBENE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Muster: Beobachtung + offene Frage statt Beobachtung + Bewertung.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5-PHASEN-RAHMEN FÜR DAS BILANZGESPRÄCH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 – Vorbereitung (30–45 Min. vor dem Termin)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Mindestens 4 Kennzahlen berechnen (EK-Quote, Liquidität, Verschuldungsgrad, EBIT-Marge)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Zeitreihe: Vergleich zu mindestens 2 Vorjahren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Branchenwert recherchieren: In agree (Firmenkundenanalyse) stehen aktuelle Branchenbenchmarks aus der Creditreform/Bisnode-Lizenz direkt im Analysebogen – diese Werte für das Gespräch bevorzugen. Alternativ: Bundesbank Unternehmensabschlussstatistik (kostenfrei, aber teils 2 Jahre zeitverzögert)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 Schlüsselbotschaften + 5 offene Fragen schriftlich vorbereiten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 – Eröffnung (ca. 10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Kontext und Ziel setzen: „Heute möchte ich mit Ihnen Ihren Jahresabschluss durchgehen und verstehen, wie sich Ihre Lage entwickelt hat."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Vier-Ohren-Modell nach Schulz von Thun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5-Phasen-Rahmen für das strukturierte Bilanzgespräch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Finanzdaten (fiktiv):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Deutsche Bundesbank, Unternehmensabschlussstatistik (laufend)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Rollenbeschreibungen: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A – Berater (erhält nur diese Informationen — keine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B – GF Martin Klemm (+ Trainer-Karte mit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C – Beobachter: Beobachtungsbogen nutzen (s. u.), konkrete Gesprächssequenzen festhalten, nicht nur Urteile.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BEOBACHTUNGSBOGEN ROLLENSPIEL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Skala: 1 = gar nicht sichtbar · 3 = ansatzweise · 5 = sehr gut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(Ø)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22,4 %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28–32 %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Liquidität 2. Grades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2,5–3,5x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4–6 %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Personalaufwandsquote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38–42 %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 / Beispiel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1–5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5-Phasen-Rahmen eingehalten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Offene Fragen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Beobachtung + Frage statt Beobachtung + Urteil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Qualitative Info aktiv erfragt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Konkrete Beratungsimpulse aus Analyse abgeleitet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Gespräch wirkte wie Dialog auf Augenhöhe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Bilanzgespräch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Jahresabschluss und Vorjahresvergleich ausgewertet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4+ Kennzahlen berechnet, Branchenvergleich notiert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 offene Fragen schriftlich vorbereitet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definiert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Kreditlinie / § 18 KWG-Unterlagen geprüft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Verbundpartner-Bedarf gesichtet (R+V, Union Investment, DZ BANK)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Positiver Einstieg, Agenda gesetzt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Mindestens 40 % Redezeit für den 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Kritische Punkte mit offener Frage angesprochen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Handlungsoptionen gemeinsam entwickelt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Rollenspiel haben Sie sich am wohlsten gefühlt?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haben Sie gemerkt, dass Ihnen eine Technik noch nicht in Fleisch und Blut übergegangen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konkreten Kunden würden Sie gerne beim nächsten Gespräch mit den neuen Techniken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sich vor, beim nächsten echten Bilanzgespräch anders zu machen?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