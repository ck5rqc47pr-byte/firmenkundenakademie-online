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mit einem KMU-Kunden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gezielte Analysefragen 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konstruktiv aufgreifen und das Gespräch produktiv weiterführen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