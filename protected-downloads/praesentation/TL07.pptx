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Blitzlicht-Runde aufgreifen (Flipchart, 0–15 Min.): Welche Situation beschäftigt Sie beim Thema Coaching vs. Anleiten gerade am meisten?</a:t>
            </a:r>
          </a:p>
          <a:p>
            <a:r>
              <a:t>Explizit benennen: 'TL07 ist kein Gesprächsskript. Es ist eine Entscheidung, wie Sie Führung verstehen.'</a:t>
            </a:r>
          </a:p>
          <a:p>
            <a:r>
              <a:t>Brücken-Merksatz für Flipchart: Die Frage ist nicht Wie führe ich das Gespräch – sondern Aus welcher Haltung heraus.'.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Tabelle entwickeln – nicht aufdecken: TN benennen lassen, welcher Modus in ihrem Alltag dominiert.</a:t>
            </a:r>
          </a:p>
          <a:p>
            <a:r>
              <a:t>Entlastungsbotschaft früh setzen: 'Die coachende Führungskraft wechselt zwischen den Modi – sie ist nicht permanent im Coaching-Modus.'</a:t>
            </a:r>
          </a:p>
          <a:p>
            <a:r>
              <a:t>Aktivierungsfrage nach 20 Min.: 'In wie vielen der letzten Berater-Anfragen waren Sie im Coaching-Modus – und in wie vielen haben Sie die Lösung geliefert?'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Befund Deci &amp; Ryan kurz verankern: Autonomieerleben als konstitutive Bedingung nachhaltiger Verhaltensveränderung – kein Soft Skill, sondern Motivationsforschung.</a:t>
            </a:r>
          </a:p>
          <a:p>
            <a:r>
              <a:t>Greenleaf-Test vorlesen: 'Wachsen die Menschen, denen Sie führend begegnen – werden sie eigenverantwortlicher, kompetenter, freier?'</a:t>
            </a:r>
          </a:p>
          <a:p>
            <a:r>
              <a:t>Genossenschaftliche Rahmung: § 1 GenG – Förderauftrag gilt nach innen wie nach außen.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Affen-Metapher aktiviert sofort: 'Wer von Ihnen trägt gerade die Affen mehrerer Berater?' – fast alle heben die Hand.</a:t>
            </a:r>
          </a:p>
          <a:p>
            <a:r>
              <a:t>Einwand antizipieren: 'Coaching kostet Zeit' → Gegenrechnung: 'Was kostet dieselbe Antwort viermal?'</a:t>
            </a:r>
          </a:p>
          <a:p>
            <a:r>
              <a:t>Formulierung für Flipchart: 'Die nächste Frage ist oft stärker als die nächste Antwort.'.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Tabelle ist Kern-Handwerkszeug – TN erhalten sie als Merkkarte.</a:t>
            </a:r>
          </a:p>
          <a:p>
            <a:r>
              <a:t>Häufige Fehler einzeln besprechen lassen: 'Welcher Fehler liegt Ihnen am nächsten – Goal oder Options?'</a:t>
            </a:r>
          </a:p>
          <a:p>
            <a:r>
              <a:t>Merksatz nach Tabelle: 'GROW ist Gerüst, kein Skript. Die Situation diktiert die nächste Frage, nicht das Schema.'.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 Matrix ist das wichtigste Orientierungsinstrument dieses Blocks – Glaubwürdigkeit entsteht durch die Fälle, in denen Coaching das falsche Instrument ist.</a:t>
            </a:r>
          </a:p>
          <a:p>
            <a:r>
              <a:t>Compliance-Zeile betonen: 'Bei einem Compliance-Fehler braucht der Berater Klarheit über Konsequenzen – keine offene Frage.'</a:t>
            </a:r>
          </a:p>
          <a:p>
            <a:r>
              <a:t>Voraussetzungsprüfung einführen: Kompetenz? Bereitschaft? Zeit? Alle drei Ja → GROW. Eines Nein → Modus wechseln.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Gegenüberstellung so vorstellen, dass TN die Unterschiede selbst benennen: 'Was ist der Unterschied zwischen diesen beiden Fragen – was löst jede in Ihnen aus?'</a:t>
            </a:r>
          </a:p>
          <a:p>
            <a:r>
              <a:t>Merkmale kraftvoller Fragen einführen: kurz, präzise, offen, im Dienst des Beraters – nicht drei Fragen in einer.</a:t>
            </a:r>
          </a:p>
          <a:p>
            <a:r>
              <a:t>Stille explizit thematisieren: 'Coaching-Pausen sind keine Gesprächspausen – sie sind Denkzeiten.' Demonstrieren: 8–10 Sekunden Pause im Plenum.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Aktivierungsfrage: 'Welche Frage aus dieser Tabelle würde Ihnen im echten Gespräch am schwersten fallen – und warum?'</a:t>
            </a:r>
          </a:p>
          <a:p>
            <a:r>
              <a:t>Rogers &amp; Farson (1957): Aktives Zuhören heißt nicht auf die eigene nächste Aussage warten – sondern auf die nächste Frage hören, die den Berater tiefer führt.</a:t>
            </a:r>
          </a:p>
          <a:p>
            <a:r>
              <a:t>Zusammenfassen ohne Bewerten demonstrieren: 'Wenn ich dich richtig verstehe, siehst du das Problem in der fehlenden Verbindlichkeit des Kunden – nicht im Produkt. Stimmt das?'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Zwischenerinnerung nach 12 Min.: 'Prüfen Sie in A3: Ist Ihre alternative Frage kürzer und offener als das Original – oder sind es drei Fragen in einer?'</a:t>
            </a:r>
          </a:p>
          <a:p>
            <a:r>
              <a:t>Kollegiale Fallberatung (125–155 Min.) in 3–4er-Gruppen: Fall vorstellen → Schlüsselfrage → Perspektivwechsel Berater-Sicht → Coaching-Fragen vorschlagen → Klärung → konkreter nächster Schritt.</a:t>
            </a:r>
          </a:p>
          <a:p>
            <a:r>
              <a:t>G-Phase im Plenum vorstellen lassen: Moderationsfrage 'Hören Sie das als der Berater – fühlen Sie sich gefragt oder verhört?'</a:t>
            </a:r>
          </a:p>
          <a:p>
            <a:r>
              <a:t>Kein Rollenspiel – Textprüfung und Gesprächsvorbereitung.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Zwischenerinnerung nach 15 Min.: 'Schritt 4 ist Freitext – denken Sie nicht in Programmen, sondern in konkreten Situationen.'</a:t>
            </a:r>
          </a:p>
          <a:p>
            <a:r>
              <a:t>Qualitätskriterium sichtbar machen: 'Ich werde mehr coachen' ist kein Konzept. 'In der nächsten Teamrunde stelle ich bei der ersten Berater-Frage eine Gegenfrage' ist ein Konzept.</a:t>
            </a:r>
          </a:p>
          <a:p>
            <a:r>
              <a:t>Fragen-Werkstatt (210–225 Min.): Je zwei TN lesen sich G-Frage vor – drei Analysekriterien: (1) Wie viele Fragezeichen? (2) Suggestiv? (3) Kurz genug für eine echte Frage? Dann 5 Min. stille Überarbeitung.</a:t>
            </a:r>
          </a:p>
          <a:p>
            <a:r>
              <a:t>Plenum-Auswertung: Nur zweite Version vorstellen – macht Lernfortschritt im Raum sichtbar.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Selbstcheck (Sec 5) in Stille ausfüllen (ca. 3 Min.): Welche Frage ist die unbequemste?</a:t>
            </a:r>
          </a:p>
          <a:p>
            <a:r>
              <a:t>Plenumsfrage: 'Was nehme ich heute mit – eine konkrete GROW-Frage, die ich diese Woche einmal verwende, anstatt sofort zu antworten?' 2–3 TN antworten lassen.</a:t>
            </a:r>
          </a:p>
          <a:p>
            <a:r>
              <a:t>Bewertungsschwelle ansprechen: 3+ bei mindestens drei Selbstcheck-Fragen → TL09 aufsetzen. 2 oder weniger bei zwei Fragen → echten Fall in die nächste TL-Runde mitbringen.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Greenleaf-Test vorlesen: 'Jedes Mal, wenn Sie in der nächsten Woche einem Berater eine Antwort geben, fragen Sie sich: Hätte er die Antwort auch selbst entwickeln können? Wenn ja – wie lautet die Frage, die Sie stattdessen hätten stellen können?'</a:t>
            </a:r>
          </a:p>
          <a:p>
            <a:r>
              <a:t>Abschluss-Merksatz Flipchart: 'Coaching-Kultur entsteht nicht durch Events – sondern durch hundert kurze Momente: die Frage im Flur, das Innehalten, das kurze Schweigen.'.</a:t>
            </a:r>
          </a:p>
          <a:p>
            <a:r>
              <a:t>Brücke TL09: 'Wer die Coaching-Haltung als Alltag etabliert hat, ist bereit für die größte Führungsaufgabe: Veränderung im Team führen – ohne Befehl, mit Überzeugung.'.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TL07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Die coachende Führungskraft (GROW)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Coaching-Haltung verkörpern, GROW situativ einsetzen, eine Coaching-Kultur gestalten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K-F03 Personalentwicklung &amp; Coaching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Strategische Führungskraft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v0.2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TL07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TL06 hat die Grundlagen des entwicklungsorientierten Gesprächs gelegt: wirksames Feedback, Stärkenorientierung, die erste Reaktion auf eine nicht umgesetzte Vereinbarung.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TL07 geht einen Schritt weiter – vom Gespräch zur Haltung.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Die coachende Führungskraft fragt, statt zu sagen.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aktiviert die Selbstverantwortung des Mitarbeitenden, statt Lösungen zu liefern.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Mit dem GROW-Modell (Whitmore, 2017) erhält diese Haltung eine praktische Struktur: Goal, Reality, Options, Will – vier Phasen, die aus einem Führungsgespräch einen echten Coaching-Moment machen.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Gleichzeitig lernen strategische Führungskräfte zu unterscheiden, wann Coaching wirkt – und wann es das falsche Instrument ist: bei Sicherheitsthemen, Krisen, mangelnder Kompetenz oder wenn eine klare Anweisung schneller und fairer ist als ein offener Reflexionsprozess.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Das Modul schließt mit der Frage: Wie etabliere ich eine Coaching-Haltung als Teamkultur – nicht als Event, sondern als Alltag?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TL07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Das GROW-Modell (Goal – Reality – Options – Will) anhand eines konkreten Führungsfalls analysieren – welche Fragen öffnen die jeweilige Phase, welche schließen sie vorzeitig – und daraus ableiten, wie die eigene Fragestrategie GROW-konform weiterentwickelt werden kann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Situationen, in denen Coaching das richtige Führungsinstrument ist, von solchen unterscheiden, in denen Anleitung, Direktive oder strukturelle Klärung notwendig sind – und diese Unterscheidung im konkreten Beratungsfall begründet beurteilen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eigenes GROW-Frageninventar für alle vier Phasen entwickeln – kraftvolle, kurze, offene Fragen, die Selbstverantwortung und Eigeninitiative des Mitarbeitenden aktivieren – und dieses Inventar im Praxisfall erproben und sprachlich verfeinern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Konzept entwerfen, wie eine coachende Grundhaltung dauerhaft im Team etabliert werden kann – jenseits formaler Coaching-Sessions, als gelebte Führungskultur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TL07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0–15 Min.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Einstieg &amp; Erwartungscheck</a:t>
            </a:r>
            <a:r>
              <a:rPr sz="900">
                <a:solidFill>
                  <a:srgbClr val="78808C"/>
                </a:solidFill>
                <a:latin typeface="Arial"/>
              </a:rPr>
              <a:t>  ·  Blitzlicht-Runde: Jeder TN nennt in einem Satz die Situation, die ihn aktuell beim Thema Coaching vs. Anleitung am meisten beschäftigt. Trainer notiert stichwortartig auf dem Flipchart – Liste bleibt sichtbar. Bezug zu TL06 herstellen: „TL06 hat gezeigt, wie ein Feedback- und Entwicklungsgespräch strukturiert wird. TL07 beginnt mit einer anderen Frage: Aus welcher Haltung heraus entstehen diese Gespräche – und wie wird diese Haltung zur Führungsidentität?"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15–45 Min.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I: Coaching als Führungshaltung</a:t>
            </a:r>
            <a:r>
              <a:rPr sz="900">
                <a:solidFill>
                  <a:srgbClr val="78808C"/>
                </a:solidFill>
                <a:latin typeface="Arial"/>
              </a:rPr>
              <a:t>  ·  Lehrgespräch mit Visualisierung (Folie 4–7): Drei Einfluss-Modi der Führungskraft (Tabelle Coachen / Beraten / Anleiten); Coaching-Haltung als Aktivierung von Bewusstsein und Selbstverantwortung (Whitmore, 2017); Selbstbestimmungstheorie: Autonomie, Kompetenz, soziale Eingebundenheit (Deci &amp; Ryan, 2000); Servant-Leadership-Test (Greenleaf, 1977) und genossenschaftliche Rahmung; Rückdelegationsreflex und Affen-Metapher (Oncken &amp; Wass, 1974). Trainer fragt nach 20 Minuten: „In wie vielen Ihrer letzten Berater-Anfragen waren Sie im Coaching-Modus – und in wie vielen haben Sie die Lösung geliefert?"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45–70 Min.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II: Das GROW-Modell + wann (nicht) coachen</a:t>
            </a:r>
            <a:r>
              <a:rPr sz="900">
                <a:solidFill>
                  <a:srgbClr val="78808C"/>
                </a:solidFill>
                <a:latin typeface="Arial"/>
              </a:rPr>
              <a:t>  ·  Lehrgespräch mit Visualisierung (Folie 8–11): GROW-Phasen Goal, Reality, Options, Will mit Coaching-Bewegung, Typischer Frage und Häufigem Fehler (Tabelle); Schaubild GROW-Modell; Situations-Matrix: Coaching vs. Anleiten (wann GROW das falsche Instrument ist: Compliance, Krisensituation, Kompetenzlücke, fehlende Bereitschaft, wiederholtes Verhalten → TL08); Merksatz. Trainer entwickelt an einem kurzen Beispiel gemeinsam mit TN eine Goal-Frage und eine weniger kraftvolle Alternative.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70–80 Min. 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  <a:r>
              <a:rPr sz="900">
                <a:solidFill>
                  <a:srgbClr val="78808C"/>
                </a:solidFill>
                <a:latin typeface="Arial"/>
              </a:rPr>
              <a:t>  ·  –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80–90 Min.  </a:t>
            </a:r>
            <a:r>
              <a:rPr sz="1200" b="1">
                <a:solidFill>
                  <a:srgbClr val="3D5466"/>
                </a:solidFill>
                <a:latin typeface="Arial"/>
              </a:rPr>
              <a:t>  Praxisfall Lea/Thomas – Analyse im Plenum</a:t>
            </a:r>
            <a:r>
              <a:rPr sz="900">
                <a:solidFill>
                  <a:srgbClr val="78808C"/>
                </a:solidFill>
                <a:latin typeface="Arial"/>
              </a:rPr>
              <a:t>  ·  Trainer stellt den Praxisfall (Sec 4) vor. TN lesen den Fall still (ca. 3 Min.), dann gelenkte Plenumsdiskussion: Frage 3 (warum der Moment „Ich mache das Gespräch kaputt" ein entscheidender Coaching-Moment ist) und Frage 1 (GROW-Phasen-Zuordnung der wichtigsten Fragen). Die verbleibenden Analysefragen 2 und 4 werden schriftlich in AB-1 Teil A transferiert. Ziel: schnelles Bewusstsein für Qualität der Coaching-Fragen und für den bewussten Modus-Wechsel.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90–110 Min. </a:t>
            </a:r>
            <a:r>
              <a:rPr sz="1200" b="1">
                <a:solidFill>
                  <a:srgbClr val="3D5466"/>
                </a:solidFill>
                <a:latin typeface="Arial"/>
              </a:rPr>
              <a:t>  AB-1 Teil A: GROW-Gespräch analysieren (Einzelarbeit)</a:t>
            </a:r>
            <a:r>
              <a:rPr sz="900">
                <a:solidFill>
                  <a:srgbClr val="78808C"/>
                </a:solidFill>
                <a:latin typeface="Arial"/>
              </a:rPr>
              <a:t>  ·  TN bearbeiten AB-1 Teil A (A1 Phasenanalyse, A2 Coaching-vs.-Anleiten-Wechselpunkt, A3 kritische Alternative). Trainer begleitet still, gibt auf Nachfrage Orientierungshilfen. Nach 12 Min. kurze Zwischenerinnerung: „Prüfen Sie in A3: Ist Ihre alternative Frage kürzer und offener als das Original – oder hat sie drei Fragen in einer?"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110–125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III: Kraftvolle Fragen &amp; aktives Zuhören</a:t>
            </a:r>
            <a:r>
              <a:rPr sz="900">
                <a:solidFill>
                  <a:srgbClr val="78808C"/>
                </a:solidFill>
                <a:latin typeface="Arial"/>
              </a:rPr>
              <a:t>  ·  Kompakter Trainer-Input (15 Min.): Merkmale kraftvoller Fragen (kurz, präzise, offen, im Dienst des Beraters); Gegenüberstellung weniger kraftvoll vs. kraftvoller Fragen nach GROW-Phasen (Tabelle Sec 4); aktives Zuhören nach Rogers und Farson (1957, S. 3–6): Zusammenfassen ohne Bewerten, Nachfragen bei Unschärfe, Stille aushalten; Rückdelegationsreflex unterbrechen (Oncken &amp; Wass, 1974): Gegenüberstellungstabelle „Statt … – Fragen:". Trainer fragt: „Welche Frage aus der GROW-Tabelle würde Ihnen im echten Gespräch am schwierigsten fallen – und warum?"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125–155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Kollegiale Fallberatung: eigener GROW-Fall vorbereiten</a:t>
            </a:r>
            <a:r>
              <a:rPr sz="900">
                <a:solidFill>
                  <a:srgbClr val="78808C"/>
                </a:solidFill>
                <a:latin typeface="Arial"/>
              </a:rPr>
              <a:t>  ·  Hauptblock: 30 Min. kollegiale Fallberatung in Gruppen à 3–4 TN (Sechs-Schritte, vgl. TL00 Sec 3.2): (1) Fall vorstellen, (2) Schlüsselfrage klären (Coaching oder Anleitung?), (3) Perspektivwechsel – Berater-Sicht einnehmen, (4) Coaching-Fragen vorschlagen, (5) Klärung durch Fallgeber, (6) konkreter nächster Schritt. Jede Gruppe bearbeitet: Voraussetzungsprüfung (Kompetenz/Bereitschaft/Zeit) für den eingebrachten Fall → GROW-Einstieg (G-Phase) gemeinsam formulieren. Danach: Je eine Gruppe stellt ihre G-Frage im Plenum vor; Trainer moderiert: „Hören Sie das als der Berater – fühlen Sie sich gefragt oder verhört?"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155–165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  <a:r>
              <a:rPr sz="900">
                <a:solidFill>
                  <a:srgbClr val="78808C"/>
                </a:solidFill>
                <a:latin typeface="Arial"/>
              </a:rPr>
              <a:t>  ·  –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165–185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AB-1 Teil B: eigener GROW-Entwurf vollständig ausarbeiten (Einzelarbeit)</a:t>
            </a:r>
            <a:r>
              <a:rPr sz="900">
                <a:solidFill>
                  <a:srgbClr val="78808C"/>
                </a:solidFill>
                <a:latin typeface="Arial"/>
              </a:rPr>
              <a:t>  ·  TN vervollständigen AB-1 Teil B (R-, O-, W-Fragen + Rückdelegationsreflex-Check). Trainer gibt nach 10 Min. Zwischenerinnerung: „Prüfen Sie Ihre W-Frage: Lässt sie dem Berater die Entscheidung – oder enthält sie bereits Ihre Erwartung?"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185–210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AB-2 Einzelarbeit: Coaching-Kultur gestalten – Konzeptentwurf</a:t>
            </a:r>
            <a:r>
              <a:rPr sz="900">
                <a:solidFill>
                  <a:srgbClr val="78808C"/>
                </a:solidFill>
                <a:latin typeface="Arial"/>
              </a:rPr>
              <a:t>  ·  TN bearbeiten AB-2 (Bestandsaufnahme → kleine Coaching-Momente im Alltag → Grenzen → Konzept-Freitext). Trainer begleitet still. Nach 15 Min. kurze Zwischenerinnerung: „Schritt 4 ist Freitext – denken Sie nicht in Programmen, sondern in konkreten Situationen: Was machen Sie morgen früh anders?"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210–225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Fragen-Werkstatt: Sprachcheck + stille Überarbeitung</a:t>
            </a:r>
            <a:r>
              <a:rPr sz="900">
                <a:solidFill>
                  <a:srgbClr val="78808C"/>
                </a:solidFill>
                <a:latin typeface="Arial"/>
              </a:rPr>
              <a:t>  ·  Je zwei TN lesen sich gegenseitig ihre G-Phase-Frage (AB-1 Teil B) und eine weitere GROW-Frage ihrer Wahl vor. Textbasierte Rückmeldung anhand von drei Analysekriterien: (1) Wie viele Fragezeichen enthält die Frage – ist es wirklich eine Frage oder mehrere? (2) Enthält die Frage bereits eine implizite Antwort (suggestiv)? (3) Ist die Frage kurz genug, um eine echte Frage zu sein – oder ist sie eine versteckte Aussage? Kein Rollenspiel – Textprüfung. Nach dem Sprachcheck: 5 Min. stille Überarbeitung (zweite Version der G-Frage schreiben). In der Plenum-Auswertung (3 Min.) stellen zwei TN ausschließlich die zweite Version vor.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225–235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Transfer-Aufgaben besprechen &amp; Selbstcheck</a:t>
            </a:r>
            <a:r>
              <a:rPr sz="900">
                <a:solidFill>
                  <a:srgbClr val="78808C"/>
                </a:solidFill>
                <a:latin typeface="Arial"/>
              </a:rPr>
              <a:t>  ·  Trainer stellt die drei Transferaufgaben (Sec 5) kurz vor. TN lesen den Selbstcheck (Sec 5) und markieren, welche Fragen sie heute bereits mit 3+ beantworten würden. Kurzes Plenum: „Was nehme ich heute mit – eine konkrete GROW-Frage, die ich diese Woche einmal verwende, anstatt sofort zu antworten?"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235–240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Evaluation &amp; Abschluss</a:t>
            </a:r>
            <a:r>
              <a:rPr sz="900">
                <a:solidFill>
                  <a:srgbClr val="78808C"/>
                </a:solidFill>
                <a:latin typeface="Arial"/>
              </a:rPr>
              <a:t>  ·  Feedbackbogen (Sec 6.1) ausfüllen (ca. 4 Min.). Wissenstest (Sec 6.2) als Hausaufgabe ankündigen. Trainer schließt mit dem Greenleaf-Test: „Wachsen die Berater, denen Sie führend begegnen – werden sie eigenverantwortlicher, kompetenter, freier in ihrer Entscheidung? Das ist die Frage, mit der Sie das nächste GROW-Gespräch beginnen."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I · Von der Gesprächsstruktur zur Führungshaltung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TL06 gab dem Gespräch eine Struktur. TL07 stellt die tiefere Frage.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SBI + Fünf-Schritte: solides Handwerk.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Aber: Aus welcher Haltung entstehen diese Gespräche?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Struktur folgen = Bloom-Stufe 3.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Coaching-Haltung verkörpern = Bloom-Stufe 5–6.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Der Unterschied ist nicht Technik – er ist Identität.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THEORIE-INPUT 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Drei Modi – und die bewusste Entscheidung zwischen ihnen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Coachen / Beraten / Anleiten – Unterschiede, Wirkungen, Situationen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TL07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Wer die Lösung liefert, besitzt das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Modus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Anleiten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Beraten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Coachen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Autonomie ist keine Nettigkeit – sie ist Wirkungsbedingung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Deci &amp; Ryan (2000): Intrinsische Motivation braucht Autonomie.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Lösung liefern: kurzfristig effizient, langfristig abhängig.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Fragen stellen: langsamer am Anfang, stärker im Ergebnis.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Greenleaf-Test: Wachsen die Berater – oder nur die Lösungsliste?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Genossenschaftlicher Auftrag: Fördern gilt auch nach innen.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Der Affe wandert immer auf die Schulter, die die Lösung gibt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Oncken &amp; Wass (1974): Rückdelegationsreflex.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Jede übernommene Lösung = ein Affe mehr auf der eigenen Schulter.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Erfahrene Führungskräfte haben den stärksten Lösungsreflex.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Gegenmittel: eine Frage statt einer Antwort.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Drei Minuten Coaching heute – oder dasselbe Problem in vier Wochen.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THEORIE-INPUT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GROW – Struktur für die Coaching-Haltung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GROW-Phasen + Situations-Matrix: wann Coaching, wann nicht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TL07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GROW: vier Phasen, eine Haltung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522" y="1325880"/>
            <a:ext cx="6067907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TL07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Jede Phase hat eine typische Coaching-Bewegung – und einen typischen Fehler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Goal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Reality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Options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Will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TL07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Coaching ist kein Universalwerkzeug – die Situation entscheidet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Situation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Erfahrener Berater, komplexe Entscheidung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Neuer Mitarbeitender, unbekanntes Produktfeld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Compliance-/Sicherheitssituation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Akute Krise (Kunde, Kredit, Team)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Wiederholtes Verhalten trotz Gespräch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THEORIE-INPUT III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Fragetechnik und aktives Zuhören – die Handwerksebene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Kraftvolle vs. schwache Fragen – Stille aushalten – Rückdelegation unterbrechen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TL07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Kraftvolle Fragen öffnen – gewöhnliche Fragen lenken auf eine vorgedachte Antwort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Goal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Reality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Options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Will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TL07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Den Rückdelegationsreflex unterbrechen: eine Frage statt einer Antwort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Statt 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„Das lösen wir so: …“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„Ich würde in deiner Situation …“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„Hier ist der richtige Weg:“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ANALYSE IM PLENUM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Praxisfall: Lea Fischer und Thomas 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GROW in Aktion – und der bewusste Modus-Wechsel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EINZELARBEIT + KOLLEGIALE FALLBERATUNG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AB-1: GROW-Gespräch analysieren und eigenen Entwurf entwickeln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Phasenanalyse Lea/Thomas + eigener GROW-Gesprächsentwurf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TL07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AB-1: Zuerst analysieren, dann selbst entwerfen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A: Phasenanalyse Lea/Thomas – G/R/O/W zuordnen.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A2: Leas Modus-Wechsel beurteilen – Situations-Matrix nutzen.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A3: Kraftvollere Alternative formulieren und begründen.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B: Voraussetzungsprüfung (Kompetenz/Bereitschaft/Zeit).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B: Eigene G/R/O/W-Fragen + Rückdelegationsreflex-Check.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EINZELARBEIT + FRAGEN-WERKSTATT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AB-2: Coaching-Kultur im Team gestalten – Konzeptentwurf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Coaching-Haltung als Teamkultur entwerfen (Bloom-Stufe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TL07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AB-2: Kein Programm – hundert kleine Momente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1: Wo bin ich im Anleitungsmodus, obwohl Coaching möglich wäre?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2: Drei Alltagsmomente in Coaching-Momente verwandeln.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3: Grenzen benennen – wann ist Coaching kontraproduktiv?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4: Konzept-Freitext – was ändere ich morgen früh konkret?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ABSCHLUSS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Transfer &amp; Haltung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Drei Aufgaben für vier Wochen – Greenleaf-Test – Brücke TL09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Drei Transferaufgaben für die nächsten vier Wochen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1: Drei GROW-Momente im Alltag – dokumentiert, nicht formell.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2: Situations-Diagnose bei jeder Berater-Anfrage eine Woche lang.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3: AB-2-Konzept nach zwei Wochen revidieren – mit echten Erfahrungen.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Fragen statt Sagen – und der Greenleaf-Test als Prüfstein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Coaching-Haltung ≠ Technik: Es ist eine Identitätsentscheidung.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Voraussetzungen prüfen: Kompetenz, Bereitschaft, Zeit.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Rückdelegationsreflex kennen – er kehrt immer zurück.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Greenleaf-Test: Wachsen meine Berater – wirklich?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TL09: Veränderung im Team führen setzt diese Haltung voraus.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