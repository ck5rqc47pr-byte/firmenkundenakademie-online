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Erwartungsabfrage: „Was ist für Sie ein guter Anlass – und wann nervt so ein Hinweis nur?" Relationship-Lending-Logik in drei Sätzen: die Hausbank sieht die Daten früher.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Anlasstypen-Tabelle zeigen, dann zwei Praxisbeispiele aus dem Plenum ergänzen lassen.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Leitfrage: „Wann macht ein guter Anlass den Berater froh – und wann kostet er nur Zeit?" Ein Nein bei einer der drei Fragen = Rauschen, nicht weitergeben.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Kernbotschaft: Gastro-Fall = Rauschen (Saisonalität), nicht weitergeben. Das Aussortieren ist genauso wertvoll wie das Erkennen.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Aufbereitungsstruktur je Anlass: Kurzprofil + Beleg (Datenpunkt) + Empfehlung/Gesprächsanlass + Timing. Ohne Verbundkenntnis bewusst nur den Gesprächsanlass statt eines Produktvorschlags formulieren.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AB-2/AB-3 Musterlösung (Trainer-Version)</a:t>
            </a:r>
          </a:p>
          <a:p>
            <a:r>
              <a:t>Stärkster Anlass: Stahlbau (Nachfolge, Inhaber 63) – als Nachfolge-Anlass markieren (Bewertung/Nachfolge, vgl. M12/M24). Gastro = Rauschen (Saisonalität).</a:t>
            </a:r>
          </a:p>
          <a:p>
            <a:r>
              <a:t>Trainer-Hinweis: Co-Pilot-Botschaft betonen – das Aussortieren ist genauso wertvoll wie das Erkennen.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VA09 ist das Abschlussmodul – kurzer Rückblick auf den Track und Ausblick auf den Co-Pilot-Selbstcheck. Transfer: Sec 5.1.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Fragen 1 und 3 je 3 Min. Karte „Vom Signal zum Anlass" (AB-5) übergeben.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VA09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Vertriebsanlässe erkennen und für den Berater aufbereiten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Aus Bestandsdaten Beratungschancen machen – die Co-Pilot-Rolle der Assistenz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K-A05 Vertriebsunterstützung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Co-Pilot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VA09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den Bestandsdaten Ihrer Bank stecken Vertriebsanlässe, die oft niemand hebt – ausgelastete Linien, auslaufende Verträge, ungenutzte Liquidität, Nachfolgesituationen.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Premium-Modul des Assistenz-Tracks lernen Sie, solche Anlässe systematisch zu erkennen, ihre Relevanz zu beurteilen und sie entscheidungsreif für den Berater aufzubereiten.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agieren Sie als Co-Pilot: Sie bringen Anlässe proaktiv ein, statt nur Aufträge abzuarbeiten.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VA09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 Bestands- und Engagementdaten typische Vertriebsanlässe (Trigger) erkennen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Anlass nach Relevanz und Dringlichkeit für den Berater bewerten und priorisieren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Beurteilen, welche Anlässe echte Beratungschancen sind und welche nur Datenrauschen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Für den Berater eine entscheidungsreife Anlass-Aufbereitung (Kurzprofil und Empfehlung) erstellen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Rolle als Co-Pilot beurteilen und Anlässe proaktiv einbringen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VA09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Plenum, aktivierend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Hausbankvorteil &amp; Anlasstypen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Signal oder Rauschen?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Rollenklärung: Die Co-Pilot-Haltung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Plenum, Impuls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Einzelarbeit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00:50–01:05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AB-1 &amp; AB-2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01:05–01:15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 &amp; AB-4 Einzel-/Partnerarbeit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Einzel-/Partnerarbeit +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01:15–01:25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Reflexion &amp;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00:05–00:20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Theorie-Input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Den Hausbankvorteil nutzen – die typischen Vertriebsanlässe kennen.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Der Hausbankvorteil: Signale früh sehen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Relationship Lending (Petersen &amp; Rajan, 1994): Die Hausbank sieht die Daten früher als jeder Wettbewerber – der Innendienst ist das Frühwarnsystem.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Jedes Signal steht für einen möglichen Bedarf und ein passendes Verbundprodukt.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Beispiele: dauerhaft ausgelastete Linie, auslaufende Zinsbindung, ungenutzte Liquidität, Inhaber 60+ ohne Nachfolge.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Innendienst erkennt das Signal – der Berater führt das Gespräch.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Vertriebsanlässe: das Signal und der Bedarf dahinter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00:20–00:35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Theorie-Input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Signal von Rauschen trennen – und die Co-Pilot-Haltung einnehmen.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Signal oder Rauschen?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Das Aussortieren ist genauso wertvoll wie das Erkennen – der Innendienst reicht kein Datenrauschen weiter.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DREI PRÜFFRAGEN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Dauerhaft? – oder nur ein einmaliger, saisonaler Ausschlag (z. B. Weihnachtsgeschäft).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Situationspassend? – passt der Bedarf wirklich zu diesem Kunden?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Jetzt relevant? – ist der Zeitpunkt für ein Gespräch richtig?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Co-Pilot-Haltung: proaktiv statt reaktiv – aber einmal fragen schützt vor Abwehrreaktionen.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Signal oder Rauschen?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00:35–01:15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Fallübergabe &amp; Fallarbeit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Vier Kundenprofile screenen – drei entscheidungsreife Anlässe statt dreißig vager.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Praxisfall: Anlass-Screening im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VIER KUNDENPROFILE AUF IHREM TISCH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Stahlbau Musterregion GmbH: Inhaber 63, keine Nachfolge dokumentiert.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Gastro Musterregion GmbH: einmalige hohe Zahlung im Dezember (saisonales Weihnachtsgeschäft).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Weitere Profile mit ausgelasteter Linie bzw. ungenutzter Liquidität.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IHRE AUFGABE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Screenen Sie auf Anlässe, bewerten Sie die Relevanz und bereiten Sie den stärksten Anlass entscheidungsreif auf.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Handlungsempfehlung: filtern und aufbereiten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eine Kreditlinie dauerhaft über 90 % ausgelastet ist — dann als Erweiterungs-/Strukturanlass aufbereiten und dem Berater vorlegen.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 Ausschlag einmalig oder saisonal erklärbar ist — dann als Datenrauschen einordnen und nicht als Anlass weitergeben.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der Berater vier Wochen nicht auf Anlässe eingeht — dann ein Check-in-Gespräch führen: nützlich, oder Fokus/Format anpassen?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VA09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 bearbeiten: vom Signal zum Anlass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Screenen Sie die vier Kundenprofile auf Anlasstypen (AB-1).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Bewerten Sie die Relevanz mit den drei Prüffragen (AB-2).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Begründen Sie Ihre Signal-/Rauschen-Entscheidung je Fall (AB-3).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Erstellen Sie für den stärksten Anlass eine entscheidungsreife Aufbereitung (AB-4) – Karte AB-5 als Werkzeug.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 guter Anlass wird aufbereitet, kein Datenrauschen weitergereicht.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Innendienst filtert die echte Beratungschance heraus und legt sie dem Berater entscheidungsreif vor.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Welchen Anlass in Ihrem Portfolio würden Sie morgen früh als ersten aufbereiten?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haben Sie zuletzt Datenrauschen für einen Anlass gehalten – oder umgekehrt?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bringen Sie aus diesem Track als Erstes in Ihr Team ein?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