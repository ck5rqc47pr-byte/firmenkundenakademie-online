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Vom Generalisten zum gefragten Ansprechpartner einer Branche – das ist ein Entwicklungsweg, kein Zufall.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dreimonatigen Programm bauen Sie mit PESTEL-Analyse, Mentoring und Netzwerkarbeit systematisch Branchenexpertise auf.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sind Sie intern wie extern als Branchenexperte sichtbar – mit eigenem Themen- und Kontaktportfolio.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Plenum-Blitzlicht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Foliensatz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Porter Demo + Übung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PESTEL-Übung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Informationsquellen-Workshop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Gruppenarbeit: je 10 min Recherche, dann Vorstellung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Netzwerkstrategie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Plenumsdiskussion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Branchenportfolio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(15 min) + Einzelarbeit (25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Persönlicher 3-Monats-Plan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(40 min); Peer-Review in Tandems (30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Monatsrunden-Planung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Verabschiedung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Kraft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Kurzbeschreibung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Stärke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Implikation für Kreditrisiko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Neue Wettbewerber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Abnehmermacht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Substitutionsbedrohung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Rivalität intern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Gesamteindruck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Monat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Schwerpunkt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Konkrete Aktivität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Erwartetes Ergebnis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Strukturwissen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Netzwerk &amp;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wichtigstes Branchenlernen aus diesem Gespräch: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