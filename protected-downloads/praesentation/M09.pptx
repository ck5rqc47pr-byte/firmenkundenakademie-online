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Blitzlicht: jede/r nennt Zielbranche und eine Erwartung an den Tag. Tagesüberblick am Flipchart.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Dreyfus 3→4 als roter Faden: vom kompetenten Bearbeiter zum gefragten Gesprächspartner.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analysiert live eine Beispielbranche (15 Min.), dann Kleingruppen nach Zielbranche (Handwerk/Industrie/Dienstleistung).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in Kleingruppen nach Segment-Ähnlichkeit. Porter-Vorlage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PESTEL-Framework einführen (10 Min.), dann die Kleingruppenanalyse um die PESTEL-Dimensionen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Gruppenarbeit je 10 Min. Recherche, dann Vorstellung. DZ BANK Research-Demo. Quellenkarte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Einzelarbeit auf der Netzwerkkarte, dann Plenumsdiskussion.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Trainer-Vortrag (15 Min.) + Einzelarbeit auf der Portfolio-Vorlage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Einzelarbeit (40 Min.) + Peer-Review in Tandems (30 Min.). Commitment-Runde: „Bis Runde 1 werde ich…".</a:t>
            </a:r>
          </a:p>
          <a:p>
            <a:r>
              <a:t>Die drei Monatsrunden sind Teil des Moduls – sie machen aus dem Workshop einen Lernprozess über Zeit.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 den Monatsrunden und zum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Monatsrunden-Planung als Transferanker; Selbstcheck begleitet den Prozess.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Branchenexperte werden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Systematischer Aufbau von Branchenexpertise im 3-Monats-Programm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K-02 Branchenwissen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Vom Generalisten zum gefragten Ansprechpartner einer Branche – das ist ein Entwicklungsweg, kein Zufall.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dreimonatigen Programm bauen Sie mit PESTEL-Analyse, Mentoring und Netzwerkarbeit systematisch Branchenexpertise auf.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sind Sie intern wie extern als Branchenexperte sichtbar – mit eigenem Themen- und Kontaktportfolio.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zugewiesene Branche anhand von Porter's Five Forces und PESTEL systematisch analysieren und Werttreiber sowie Risikofaktoren identifizieren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Wettbewerbsposition und strategische Optionen eines Firmenkundenunternehmens auf Basis der Branchenanalyse bewerten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persönlichen 3-Monats-Plan zum Aufbau von Branchenexpertise für ein definiertes Zielsegment entwickeln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Relevante Informationsquellen für das Zielsegment analysieren und geeignete Quellen auswählen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Möglichkeiten zum Aufbau eines branchenspezifischen Expertennetzwerks bewerten und konkrete Vernetzungsschritte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strukturiertes Branchenportfolio als Dokumentationsinstrument für die Expertiseentwicklung entwickeln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Plenum-Blitzlicht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1</a:t>
            </a:r>
            <a:r>
              <a:rPr sz="900">
                <a:solidFill>
                  <a:srgbClr val="78808C"/>
                </a:solidFill>
                <a:latin typeface="Arial"/>
              </a:rPr>
              <a:t>  ·  Trainer-Vortrag mit Foliensatz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Porter Demo + Übung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 (nach Zielbranche)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PESTEL-Übung</a:t>
            </a:r>
            <a:r>
              <a:rPr sz="900">
                <a:solidFill>
                  <a:srgbClr val="78808C"/>
                </a:solidFill>
                <a:latin typeface="Arial"/>
              </a:rPr>
              <a:t>  ·  Trainer-Vortrag + 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Informationsquellen-Workshop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Gruppenarbeit: je 10 min Recherche, dann Vorstellung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Mittagspause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Netzwerkstrategie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+ Plenumsdiskussion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Branchenportfolio</a:t>
            </a:r>
            <a:r>
              <a:rPr sz="900">
                <a:solidFill>
                  <a:srgbClr val="78808C"/>
                </a:solidFill>
                <a:latin typeface="Arial"/>
              </a:rPr>
              <a:t>  ·  Trainer-Vortrag (15 min) + Einzelarbeit (25 min)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Persönlicher 3-Monats-Plan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(40 min); Peer-Review in Tandems (30 min)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Monatsrunden-Planung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Verabschiedung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09:00–09:30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Einstieg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eigene Zielbranche benennen – und was Expertise wirklich ausmacht.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Was unterscheidet den Branchenexperten?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Experte weiß nicht mehr Fakten als der Novize – er sieht die Situation anders (Dreyfus &amp; Dreyfus, 1986).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Expertise entsteht durch reflektierte Praxis: beobachten, handeln, reflektieren, anpassen.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„Reflection in Action" (Schön): der Praktiker lernt im Tun und nutzt die Überraschung als Lernimpuls.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Selbststudium allein reicht nicht – es braucht System (Analyse) plus Netzwerk.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10:10–11:00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Five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Eine Branche mit Porters fünf Kräften systematisch lesen.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Branche systematisch lesen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Wer eine Branche mit Five Forces liest, versteht ihre Ertragslogik – nicht nur die Zahlen eines einzelnen Kunden.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Wettbewerb, Lieferanten, Abnehmer, neue Anbieter, Substitute.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 Kraft ist ein Gesprächsanlass mit dem Unternehmer.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Wettbewerbskräfte einer Branche (Five Forces)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Five-Forces-Scoring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Analysieren Sie Ihre Zielbranche entlang der fünf Kräfte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Vergeben Sie je Kraft ein Scoring und begründen Sie es.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Leiten Sie ab, wo die Branche verwundbar ist – und wo stabil.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11:10–11:40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PESTEL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Das weitere Umfeld der Branche mit PESTEL erfassen.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Umfeld der Branche erfassen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Five Forces zeigt die Branche, PESTEL zeigt ihr Umfeld – erst zusammen ergeben sie das vollständige Bild.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Politisch, ökonomisch, sozial, technologisch, ökologisch, rechtlich.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PESTEL fängt die langfristigen Treiber ein, die eine Branche verschieben.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PESTEL-Analyse für die Bankpraxis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11:40–12:20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Informationsquellen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Wissen, wo valide Brancheninformationen herkommen.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Wo valide Brancheninformationen herkommen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Gute Branchenarbeit stützt sich auf belastbare Quellen – nicht auf Bauchgefühl und Gerüchte.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Fachverbände (ZDH, Innung), DZ BANK Research, IHK-Konjunkturberichte, Fachpresse.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Quellen quartalsweise aktualisieren; das Kundengespräch selbst ist eine Primärquelle.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13:10–13:45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Netzwerkstrategie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Aus Wissen ein tragfähiges Branchennetzwerk machen.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Vom Wissen zum Netzwerk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Branchenkompetenz ist System plus Netzwerk – erst Kontakte machen aus Wissen einen Gesprächsvorsprung.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Schlüsselpersonen der Zielbranche identifizieren (Verband, Kammer, Multiplikatoren).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Kontaktstrategie skizzieren: wen, worüber, in welchem Rhythmus.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13:45–15:45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Branchenportfolio &amp; 3-Monats-Plan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pflegbares Branchenportfolio und einen verbindlichen Expertiseplan aufbauen.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Branchenportfolio pflegen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Expertise, die nicht gepflegt wird, veraltet – das Portfolio braucht Struktur, Mindestinhalt und einen festen Rhythmus.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Struktur: Branchenprofil, Kennzahlen-Benchmarks, Quellen, Kontakte, Anlässe.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Pflegerhythmus: Informationsquellen quartalsweise, Kontakte laufend aktualisieren.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Mein 3-Monats-Expertiseplan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Entwickeln Sie Ihren 3-Monats-Plan: Zielbranche, Analyseziel je Monat, Quellen, Kontakte, Meilensteine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Führen Sie ein strukturiertes Branchengespräch und protokollieren Sie es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Vereinbaren Sie verbindlich die drei Monatsrunden (Format, Hausaufgaben, Moderation).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Branchenkompetenz ist kein Wissen allein, sondern System plus Netzwerk.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eine Branche mit Five Forces und PESTEL systematisch liest und vernetzt ist, wird vom Anbieter zum gefragten Gesprächspartner.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und Selbstcheck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der drei Informationsquellen hätte in Ihrer Branche den größten Lerneffekt?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ist die eine Schlüsselperson, die Sie im nächsten Monat ansprechen?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merken Sie in drei Monaten, dass Sie vom Anbieter zum Gesprächspartner geworden sind?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