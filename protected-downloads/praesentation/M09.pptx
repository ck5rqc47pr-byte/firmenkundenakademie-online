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Systematischer Aufbau von Branchenexpertise im 3-Monats-Programm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Vom Generalisten zum gefragten Ansprechpartner einer Branche – das ist ein Entwicklungsweg, kein Zufall.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dreimonatigen Programm bauen Sie mit PESTEL-Analyse, Mentoring und Netzwerkarbeit systematisch Branchenexpertise auf.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sind Sie intern wie extern als Branchenexperte sichtbar – mit eigenem Themen- und Kontaktportfolio.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Plenum-Blitzlicht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1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mit Foliensatz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Porter Demo + Übung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(nach Zielbranche)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PESTEL-Übung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Informationsquellen-Workshop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Gruppenarbeit: je 10 min Recherche, dann Vorstellung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Netzwerkstrategie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Plenumsdiskussion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Branchenportfolio</a:t>
            </a:r>
            <a:r>
              <a:rPr sz="900">
                <a:solidFill>
                  <a:srgbClr val="78808C"/>
                </a:solidFill>
                <a:latin typeface="Arial"/>
              </a:rPr>
              <a:t>  ·  Trainer-Vortrag (15 min) + Einzelarbeit (25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Persönlicher 3-Monats-Plan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(40 min); Peer-Review in Tandems (30 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Monatsrunden-Planung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/>
            </a:r>
            <a:r>
              <a:rPr sz="1200" b="1">
                <a:solidFill>
                  <a:srgbClr val="3D5466"/>
                </a:solidFill>
                <a:latin typeface="Arial"/>
              </a:rPr>
              <a:t>  Verabschiedung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Branchenexpertise bedeutet mehr als das Kennen von Kennziffern. Sie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Formulierungen, die funktionieren: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vermeiden: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Grundregel: Interesse + konkrete Vorbereitung + echtes Zuhören ersetzen fehlende Expertise – zumindest in den ersten Gesprächen. Expertise entsteht dann im Dialog.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Informationsquellen für Branchenexpertise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 Branchenexpertise entsteht aus dem Zusammenspiel verschiedener Quellen. Die folgende Matrix hilft bei der Auswahl: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Empfohlene Priorisierung für den Start: Branchenverband (Jahresbericht), DZ BANK Research (sofern verfügbar), IHK-Konjunkturbericht, 3–5 Kundengespräche mit Fokus auf Branchentrends.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Bewertungslogik: 1 = schwach / kaum relevant · 5 = stark / hochrelevant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Wichtigste Erkenntnis aus dieser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Kraft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Kurzbeschreibung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Stärke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Implikation für Kreditrisiko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Neue Wettbewerber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Abnehmermacht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Substitutionsbedrohung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Rivalität intern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Gesamteindruck Branche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Kernmotivation (Warum diese Branche?):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Monat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Schwerpunkt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Konkrete Aktivität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Erwartetes Ergebnis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Strukturwissen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Kundengespräche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Netzwerk &amp; Portfolio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C: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wichtigstes Branchenlernen aus diesem Gespräch: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