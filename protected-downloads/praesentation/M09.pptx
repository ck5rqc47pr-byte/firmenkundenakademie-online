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Branchenexperte werden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Systematischer Aufbau von Branchenexpertise im 3-Monats-Programm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K-02 Branchenwissen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Strategischer 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M09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Vom Generalisten zum gefragten Ansprechpartner einer Branche – das ist ein Entwicklungsweg, kein Zufall.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dreimonatigen Programm bauen Sie mit PESTEL-Analyse, Mentoring und Netzwerkarbeit systematisch Branchenexpertise auf.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sind Sie intern wie extern als Branchenexperte sichtbar – mit eigenem Themen- und Kontaktportfolio.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zugewiesene Branche anhand von Porter's Five Forces und PESTEL systematisch analysieren und Werttreiber sowie Risikofaktoren identifizieren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Wettbewerbsposition und strategische Optionen eines Firmenkundenunternehmens auf Basis der Branchenanalyse bewerten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persönlichen 3-Monats-Plan zum Aufbau von Branchenexpertise für ein definiertes Zielsegment entwickeln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Relevante Informationsquellen für das Zielsegment analysieren und geeignete Quellen auswählen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Möglichkeiten zum Aufbau eines branchenspezifischen Expertennetzwerks bewerten und konkrete Vernetzungsschritte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strukturiertes Branchenportfolio als Dokumentationsinstrument für die Expertiseentwicklung entwickeln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Was unterscheidet den Branchenexperten?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Branchenexpertise bedeutet mehr als das Kennen von Kennziffern. Sie umfasst: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Strukturwissen: Wie ist die Branche aufgebaut? Welche Wertschöpfungsstufen gibt es?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Dynamikwissen: Welche Veränderungskräfte treiben die Branche?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Netzwerkwissen: Wer sind die relevanten Verbände, Meinungsführer, Schlüsselkunden?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Erfahrungswissen: Welche typischen Herausforderungen begegnen Unternehmern dieser Branche?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„Der Experte weiß nicht mehr Fakten als der Novize – er sieht die Situation anders." (Dreyfus &amp; Dreyfus, 1986, S. 28)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4.2 Branchenanalyse: Porter's Five Forces und PESTEL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Porter's Five Forces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PESTEL-Analyse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PESTEL-Analyse ergänzt das Five-Forces-Modell um das makroökonomische Umfeld: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PESTEL-Analyse für die Bankpraxis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Kombination im Kundengespräch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Einstiegsfragen für Branchenanfänger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Wissensarbeit transparent machen – Gespräche in der Lernphase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Formulierungen, die funktionieren: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„Ich bin gerade dabei, mein Wissen über Ihre Branche systematisch auszubauen – ich lerne am meisten von meinen Kunden. Was sollte jeder Bankmitarbeiter über Ihr Geschäft wissen?"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„Ich habe mit dem DZ BANK Agrar-Spezialisten gesprochen – der hat mir [Thema] erklärt. Das war neu für mich. Stimmt das mit Ihrer Erfahrung überein?"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Was vermeiden: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sagen: „Ich kenne mich in Ihrer Branche noch nicht so gut aus." (schafft Unsicherheit)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sagen: „Ich bin kein Branchenexperte, aber..." (unnötige Selbstabwertung)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so tun, als ob man alles weiß (Kunden merken es sofort)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Grundregel: Interesse + konkrete Vorbereitung + echtes Zuhören ersetzen fehlende Expertise – zumindest in den ersten Gesprächen. Expertise entsteht dann im Dialog.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4.3 Informationsquellen für Branchenexpertise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Systematische Branchenexpertise entsteht aus dem Zusammenspiel verschiedener Quellen. Die folgende Matrix hilft bei der Auswahl: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Empfohlene Priorisierung für den Start: Branchenverband (Jahresbericht), DZ BANK Research (sofern verfügbar), IHK-Konjunkturbericht, 3–5 Kundengespräche mit Fokus auf Branchentrends.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4.4 Expertennetzwerk aufbauen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Branchenanalyse – Five Forces Scoring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Bewertungslogik: 1 = schwach / kaum relevant · 5 = stark / hochrelevant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Wichtigste Erkenntnis aus dieser Analyse: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B: Mein 3-Monats-Expertiseplan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Meine Kernmotivation (Warum diese Branche?):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C: Strukturiertes Branchengespräch – Protokollvorlage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Mein wichtigstes Branchenlernen aus diesem Gespräch: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Tipp: Dieses Protokoll in agree (Gesprächsnotiz) hinterlegen. Orientieren Sie sich an dieser Mini-Vorlage (5 Stichpunkte reichen):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Drei solcher Notizen aus der gleichen Branche zeigen Ihnen verlässlich die Muster – und sind im nächsten Jahresgespräch Gold wert.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