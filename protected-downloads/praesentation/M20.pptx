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Stratege</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Benedikt Zoller Coaching  ·  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200">
                <a:solidFill>
                  <a:srgbClr val="3D5466"/>
                </a:solidFill>
                <a:latin typeface="Arial"/>
              </a:rPr>
              <a:t>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Strategischer Nutzen: Verbundpartner können den Berater bei ihren eigenen Kundenkontakten empfehlen; der Berater positioniert sich als Koordinator der gesamten Verbundleistung.</a:t>
            </a:r>
          </a:p>
          <a:p>
            <a:pPr>
              <a:spcBef>
                <a:spcPts val="400"/>
              </a:spcBef>
              <a:spcAft>
                <a:spcPts val="200"/>
              </a:spcAft>
            </a:pPr>
            <a:r>
              <a:rPr sz="1200">
                <a:solidFill>
                  <a:srgbClr val="3D5466"/>
                </a:solidFill>
                <a:latin typeface="Arial"/>
              </a:rPr>
              <a:t>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4.3 Netzwerkanalyse: Den eigenen Status realistisch einschätzen</a:t>
            </a:r>
          </a:p>
          <a:p>
            <a:pPr>
              <a:spcBef>
                <a:spcPts val="400"/>
              </a:spcBef>
              <a:spcAft>
                <a:spcPts val="200"/>
              </a:spcAft>
            </a:pPr>
            <a:r>
              <a:rPr sz="1200">
                <a:solidFill>
                  <a:srgbClr val="3D5466"/>
                </a:solidFill>
                <a:latin typeface="Arial"/>
              </a:rPr>
              <a:t>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Frage 1: Stärke meiner bestehenden Verbindungen</a:t>
            </a:r>
          </a:p>
          <a:p>
            <a:pPr>
              <a:spcBef>
                <a:spcPts val="400"/>
              </a:spcBef>
              <a:spcAft>
                <a:spcPts val="200"/>
              </a:spcAft>
            </a:pPr>
            <a:r>
              <a:rPr sz="1200">
                <a:solidFill>
                  <a:srgbClr val="3D5466"/>
                </a:solidFill>
                <a:latin typeface="Arial"/>
              </a:rPr>
              <a:t>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200">
                <a:solidFill>
                  <a:srgbClr val="3D5466"/>
                </a:solidFill>
                <a:latin typeface="Arial"/>
              </a:rPr>
              <a:t>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200">
                <a:solidFill>
                  <a:srgbClr val="3D5466"/>
                </a:solidFill>
                <a:latin typeface="Arial"/>
              </a:rPr>
              <a:t>## 4.4 Sichtbarkeit: Expertise sichtbar machen ohne Eigenwerbung</a:t>
            </a:r>
          </a:p>
          <a:p>
            <a:pPr>
              <a:spcBef>
                <a:spcPts val="400"/>
              </a:spcBef>
              <a:spcAft>
                <a:spcPts val="200"/>
              </a:spcAft>
            </a:pPr>
            <a:r>
              <a:rPr sz="1200">
                <a:solidFill>
                  <a:srgbClr val="3D5466"/>
                </a:solidFill>
                <a:latin typeface="Arial"/>
              </a:rPr>
              <a:t>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Was: Kurze, prägnante Wissensimpulse – nicht als Werbung, sondern als echten Mehrwert für Netzwerkkontakte.</a:t>
            </a:r>
          </a:p>
          <a:p>
            <a:pPr>
              <a:spcBef>
                <a:spcPts val="400"/>
              </a:spcBef>
              <a:spcAft>
                <a:spcPts val="200"/>
              </a:spcAft>
            </a:pPr>
            <a:r>
              <a:rPr sz="1200">
                <a:solidFill>
                  <a:srgbClr val="3D5466"/>
                </a:solidFill>
                <a:latin typeface="Arial"/>
              </a:rPr>
              <a:t>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200">
                <a:solidFill>
                  <a:srgbClr val="3D5466"/>
                </a:solidFill>
                <a:latin typeface="Arial"/>
              </a:rPr>
              <a:t>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4.5 Der 90-Tage-Netzwerkplan</a:t>
            </a:r>
          </a:p>
          <a:p>
            <a:pPr>
              <a:spcBef>
                <a:spcPts val="400"/>
              </a:spcBef>
              <a:spcAft>
                <a:spcPts val="200"/>
              </a:spcAft>
            </a:pPr>
            <a:r>
              <a:rPr sz="1200">
                <a:solidFill>
                  <a:srgbClr val="3D5466"/>
                </a:solidFill>
                <a:latin typeface="Arial"/>
              </a:rPr>
              <a:t>Ein Netzwerk entsteht nicht durch einmalige Aktionen. Es braucht ein System – klein, aber regelmäßig.</a:t>
            </a:r>
          </a:p>
          <a:p>
            <a:pPr>
              <a:spcBef>
                <a:spcPts val="400"/>
              </a:spcBef>
              <a:spcAft>
                <a:spcPts val="200"/>
              </a:spcAft>
            </a:pPr>
            <a:r>
              <a:rPr sz="1200">
                <a:solidFill>
                  <a:srgbClr val="3D5466"/>
                </a:solidFill>
                <a:latin typeface="Arial"/>
              </a:rPr>
              <a:t>## 4.6 Praxiscase: Stefan Köhler – vom Geheimtipp zur Autorität</a:t>
            </a:r>
          </a:p>
          <a:p>
            <a:pPr>
              <a:spcBef>
                <a:spcPts val="400"/>
              </a:spcBef>
              <a:spcAft>
                <a:spcPts val="200"/>
              </a:spcAft>
            </a:pPr>
            <a:r>
              <a:rPr sz="1200">
                <a:solidFill>
                  <a:srgbClr val="3D5466"/>
                </a:solidFill>
                <a:latin typeface="Arial"/>
              </a:rPr>
              <a:t>Ausgangssituation</a:t>
            </a:r>
          </a:p>
          <a:p>
            <a:pPr>
              <a:spcBef>
                <a:spcPts val="400"/>
              </a:spcBef>
              <a:spcAft>
                <a:spcPts val="200"/>
              </a:spcAft>
            </a:pPr>
            <a:r>
              <a:rPr sz="1200">
                <a:solidFill>
                  <a:srgbClr val="3D5466"/>
                </a:solidFill>
                <a:latin typeface="Arial"/>
              </a:rPr>
              <a:t>Stefan arbeitet hart, berät gut – aber er ist unsichtbar.</a:t>
            </a:r>
          </a:p>
          <a:p>
            <a:pPr>
              <a:spcBef>
                <a:spcPts val="400"/>
              </a:spcBef>
              <a:spcAft>
                <a:spcPts val="200"/>
              </a:spcAft>
            </a:pPr>
            <a:r>
              <a:rPr sz="1200">
                <a:solidFill>
                  <a:srgbClr val="3D5466"/>
                </a:solidFill>
                <a:latin typeface="Arial"/>
              </a:rPr>
              <a:t>Was Stefan verändert (in 90 Tagen)</a:t>
            </a:r>
          </a:p>
          <a:p>
            <a:pPr>
              <a:spcBef>
                <a:spcPts val="400"/>
              </a:spcBef>
              <a:spcAft>
                <a:spcPts val="200"/>
              </a:spcAft>
            </a:pPr>
            <a:r>
              <a:rPr sz="1200">
                <a:solidFill>
                  <a:srgbClr val="3D5466"/>
                </a:solidFill>
                <a:latin typeface="Arial"/>
              </a:rPr>
              <a:t>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200">
                <a:solidFill>
                  <a:srgbClr val="3D5466"/>
                </a:solidFill>
                <a:latin typeface="Arial"/>
              </a:rPr>
              <a:t>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2: Lückenanalyse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3: 90-Tage-Aktionsplan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200">
                <a:solidFill>
                  <a:srgbClr val="3D5466"/>
                </a:solidFill>
                <a:latin typeface="Arial"/>
              </a:rPr>
              <a:t># 5. PRAXISTRANSFER</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Benedikt Zoller Coaching  ·  FKB Campus  ·  M20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