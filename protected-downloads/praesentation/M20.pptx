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„Wie viele Ihrer letzten drei Neukunden kamen über eine Empfehlung – und wie viele über Kaltakquise?"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Dimensionen unterscheiden sich in Pflegeaufwand und Ertrag – das Markt-Netzwerk bringt die Neuanfragen.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Ehrlichkeit im Audit ist die Grundlage des 90-Tage-Plans – geschönte Selbsteinschätzung bringt keinen 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2 ist der stärkste Hebel: wer zuerst gibt, bekommt zurück. Digitale Sichtbarkeit ist Ergänzung, nicht 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 Stefan Köhler: vom Geheimtipp zur Autorität durch systematische Sichtbarkeit über Fachbeiträge und Empfehlungen. Kein Talent, sondern Methode.</a:t>
            </a:r>
          </a:p>
          <a:p>
            <a:r>
              <a:t>Moderation (HB Sec 3): Kein perfektes Tool nötig – ein leeres A3-Blatt und Stifte reichen Strukturhilfe anbieten: TN zeichnen sich in die Mitte; dann 3 Kreise: enger Kontakt / gelegentlicher Kontakt / Schlafende Verbindungen Häufig unbehagliches Schweigen – das ist produktiv, nicht dramatisch In der Arbeitsanweisung die Spalte „Nächster Schritt" in AB-1 explizit erwähnen: „Füllen Sie auch die letzte Spalte aus – was wäre Ihr nächster Schritt mit diesem Kontakt?" Puffer-Auftrag für Schnellfertige: „Schauen Sie sich Ihre Lückenanalyse auf AB-2 an. Welche drei Personen fehlen in Ihrem Netzwerk – und was wäre Ihr konkreter Anlass für einen ersten Kontakt? Schreiben Sie das unter ‚Nächster Schritt' in AB-1." Das überbrückt die Wartezeit und bereitet den Zweier-Austausch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90-Tage-Plan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90-Tage-Plan und 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Netzwerk &amp; Sichtbarkeit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Strategisches Beziehungskapital aufbauen und Fachexpertise im Markt positionieren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Strategische Partner werden empfohlen – dafür braucht es Sichtbarkeit im regionalen Wirtschaftsleben.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Praxisprojekt entwickeln Sie Ihre Netzwerkstrategie über drei Monate und setzen sie in konkreten Schritten um.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 tragfähiges regionales Netzwerk und eine persönliche Positionierung als Ansprechpartner für Unternehmer.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Eigenes Netzwerk nach Stärke, Brücken und Lücken analysieren und Erweiterungsstrategie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Verschiedene Netzwerk-Kanäle nach strategischer Eignung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Persönliche Sichtbarkeitsstrategie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90-Tage-Netzwerkstrategie mit konkreten Aktivitäten gestalten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Operative Netzwerkpflege von strategischem Beziehungsaufbau unterscheiden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Netzwerkkarte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Zweier-Austausch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Sichtbarkeits-Canvas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90-Tage-Plan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Abschluss-Blitzlicht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Beziehungen baut man, bevor man sie braucht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Beziehungen baut man, bevor man sie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Netzwerk aus Brücken (nicht nur Kontakten) bringt Anfragen, bevor der Wettbewerb sie sieht.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 und Sichtbarkeit sind keine Selbstvermarktung, sondern professionelle Marktbearbeitung.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Netzwerkdimensionen eines FK-Beraters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tragfähiges Netzwerk hat drei Dimensionen – wer nur eine pflegt, steht auf einem Bein.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Internes Netzwerk: Marktfolge, Verbund-Ansprechpartner, Teamleitung.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Verbundpartner-Netzwerk: R+V, Union Investment, DZ BANK, Bausparkasse.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Markt-Netzwerk: Steuerberater, Kammern, Multiplikatoren, Bestandskunden.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drei Netzwerk-Dimensionen eines FK-Beraters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Netzwerk-Audit: drei ehrliche 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Bevor man baut, misst man – das Netzwerk-Audit zeigt schonungslos, wo Brücken fehlen.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 kenne ich – und wer kennt mich als Experten?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Dimension ist unterentwickelt?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Brücken fehlen mir für mein Zielsegment?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FORMATE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Sichtbarkeit ohne Eigenwerbung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Expertise sichtbar machen, ohne sich anzupreisen.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Formate für Sichtbarkeit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Sichtbarkeit entsteht durch Nutzen, nicht durch Werbung – man zeigt Expertise, indem man sie teilt.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Fachbeiträge und Impulse: Wissen teilen statt Produkte bewerben.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geben, bevor man welche bekommt – Reziprozität.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Präsenz in Gremien und Verbänden; digitale Sichtbarkeit nachrangig und selektiv.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&amp; 90-Tage-Plan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Vom Geheimtipp zur Autorität – einen konkreten Netzwerkplan bauen.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Netzwerkkarte und 90-Tage-Plan erstellen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Ihre persönliche Netzwerkkarte über die drei Dimensionen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Führen Sie das Netzwerk-Audit durch und identifizieren Sie die fehlenden Brücken.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Entwickeln Sie Ihren 90-Tage-Aktionsplan mit konkreten Schritten (AB-3).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Beziehungen baut man, bevor man sie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Netzwerk aus Brücken (nicht nur Kontakten) und gezielte Sichtbarkeit bringen Anfragen, bevor der Wettbewerb sie sieht.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Netzwerkdimensionen ist bei Ihnen am schwächsten?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Wem könnten Sie diese Woche eine Empfehlung geben, ohne eine Gegenleistung zu erwarten?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eine Brücke bauen Sie in den nächsten 90 Tagen zuerst?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