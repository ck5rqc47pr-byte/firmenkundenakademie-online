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 1: Kundentypologie der Immobilienfinanzierung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 2: Beleihungswertermittlung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 3: Kennzahlen der Immobilien- und Projektfinanzierung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 4: Risikofelder der Bauträgerfinanzierung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Praxiscase: Quartier Sonnenhalde – Bauträgerfinanzierung Ravensburg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Reflexionsfragen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