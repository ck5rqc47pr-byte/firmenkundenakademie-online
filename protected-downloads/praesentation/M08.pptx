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Mini-Case Bestandshalter (Trainer-Version)</a:t>
            </a:r>
          </a:p>
          <a:p>
            <a:r>
              <a:t>NOI aktuell: 84.000 − 21.000 = 63.000 EUR</a:t>
            </a:r>
          </a:p>
          <a:p>
            <a:r>
              <a:t>DSCR aktuell: 63.000 / 50.400 = 1,25 → knapp solide</a:t>
            </a:r>
          </a:p>
          <a:p>
            <a:r>
              <a:t>Annuität neu gesamt: 50.400 + 19.000 = 69.400 EUR</a:t>
            </a:r>
          </a:p>
          <a:p>
            <a:r>
              <a:t>NOI nach Ausbau (erst in 18 Monaten): 63.000 + 18.000 = 81.000 EUR; in Übergangszeit: 63.000</a:t>
            </a:r>
          </a:p>
          <a:p>
            <a:r>
              <a:t>DSCR übergangsweise: 63.000 / 69.400 = 0,91 → kritisch; nach Vollvermietung: 81.000 / 69.400 = 1,17 → vertretbar, aber knapp</a:t>
            </a:r>
          </a:p>
          <a:p>
            <a:r>
              <a:t>LTV: 580.000 / 760.000 = 76,3 %; nach Aufstockung: 780.000 / 760.000 = 102,6 % → über Beleihungswert!</a:t>
            </a:r>
          </a:p>
          <a:p>
            <a:r>
              <a:t>Fazit: Aufstockung auf Basis heutiger BelWertV problematisch. Optionen: Neugutachten nach Ausbau, Tilgungsaussetzung Bauphase, Schwäbisch Hall für Refinanzierung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Bestandshalter, Bauträger, Projektentwickler – drei Kundentypen, drei völlig verschiedene Risikoprofile.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Typologie, die BelWertV-Bewertungslogik und die Kennzahlen LTV und DSCR und wenden alles auf ein komplettes Bauträgerprojekt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beurteilen Sie Immobilienfinanzierungen strukturiert und setzen passende Auflagen.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die zentralen Risikobereiche analysieren und eine strukturierte Kreditempfehlung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Zielklärung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Kundentypologien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1: Beleihungswert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10:50–11:05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Risikofelder + Kennzahlen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Fallbeispiel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11:50–12:20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2: Kennzahlen-Set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12:20–13:05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13:05–13:50 </a:t>
            </a:r>
            <a:r>
              <a:rPr sz="1200" b="1">
                <a:solidFill>
                  <a:srgbClr val="3D5466"/>
                </a:solidFill>
                <a:latin typeface="Arial"/>
              </a:rPr>
              <a:t>  Verbundpartner-Integration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 + 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13:50–15:20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Fallstudie: Bauträgerprojekt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3–4 TN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15:20–15:35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Gruppenpräsentationen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Transferplanung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Konservativ, pfandbrieffähig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Banküblicher Standardbereich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Erhöhtes Risiko, Auflagen erforderlich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Grundstück (bereits bezahlt, 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1.200.000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Baukosten (GU-Festpreisvertrag)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3.500.000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