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 1: Kundentypologie der Immobilienfinanzierung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 2: Beleihungswertermittlung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 3: Kennzahlen der Immobilien- und Projektfinanzierung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 4: Risikofelder der Bauträgerfinanzierung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Praxiscase: Quartier Sonnenhalde – Bauträgerfinanzierung Ravensburg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Reflexionsfragen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Musterlösung: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aktuell: 84.000 − 21.000 = 63.000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aktuell: 63.000 / 50.400 = 1,25 → knapp solide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Annuität neu gesamt: 50.400 + 19.000 = 69.400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nach Ausbau (erst in 18 Monaten): 63.000 + 18.000 = 81.000 EUR; in Übergangszeit: 63.000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übergangsweise: 63.000 / 69.400 = 0,91 → kritisch; nach Vollvermietung: 81.000 / 69.400 = 1,17 → vertretbar, aber knapp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LTV: 580.000 / 760.000 = 76,3 %; nach Aufstockung: 780.000 / 760.000 = 102,6 % → über Beleihungswert!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Fazit: Aufstockung auf Basis heutiger BelWertV problematisch. Optionen: Neugutachten nach Ausbau, Tilgungsaussetzung Bauphase, Schwäbisch Hall für Refinanzierung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