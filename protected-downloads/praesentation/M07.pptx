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„Warum ist eine Zahnarztpraxis mit 500 TEUR Umsatz mehr wert als ein Handwerksbetrieb mit gleichem Umsatz?"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Berater muss die EÜR lesen können und die Honorarlogik verstehen – sonst bewertet er falsch.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XLSX-Praxisbewertungsmodell (M07) rechnet Goodwill und Substanzwert und zeigt die Kaufpreis-Ampel.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Tilgungsaussetzungsmodell und BU-/Risikoabsicherung als Verbundimpuls aus der Risikoanalyse.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Dr. Mayer: rechnerischer Goodwill 390 TEUR gegen 220 TEUR Kaufpreis – günstiger Einstieg; DSCR Ø 1,52 trägt den Kapitaldienst.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Goodwill 390 vs. Kaufpreis 220 TEUR → günstig. Sicherheiten dünn – Absicherung der Person und ggf. Schwäbisch Hall für die Praxisimmobilie.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Selbstcheck.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Branchenvertiefung Heilberufe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Arztpraxen, Apotheken und Heilberufe als Firmenkundensegment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Ärzte, Zahnärzte und Apotheker sind gefragte Kunden – aber KV-Abrechnung, Goodwill und Praxisübernahme folgen eigenen Regeln.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arbeiten die Besonderheiten der Heilberufe durch und rechnen eine Praxisübernahme-Finanzierung vollständig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beraten Sie Heilberufler fachkundig und beurteilen Übernahmefinanzierungen sicher.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Heilberufsgruppen nach ihrer rechtlichen Einordnung als Freie Berufe gemäß § 18 EStG differenzieren und von Gewerbebetrieben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Einnahmen-Überschuss-Rechnung (EÜR) eines Heilberufe-Kunden auf Schuldendienstfähigkeit analysieren und Besonderheiten gegenüber einer handelsrechtlichen Bilanz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Goodwill einer Arzt- oder Zahnarztpraxis nach der modifizierten Ertragswertmethode (IDW S5) berechnen und eine tragfähige Finanzierungsstruktur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branchenspezifische Risikoprofil eines Heilberufe-Kunden (Zulassungsrisiken, Regressrisiken, Versorgungswerk-Effekte) bewerten und ein passendes Sicherheitenkonzept empfehlen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Visualisierung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Gruppenarbeit 1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(3–4 TN)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 1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Rechenbeispiel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Einzelarbeit, dann Besprechung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 2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3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Hauptfall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 (3–4 TN)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Wissenstest +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Kenne die Spielregeln der Branche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Kenne die Spielregeln der Branche, bevor du über Finanzierung sprichst.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Freier Beruf ist nicht Gewerbe, EÜR ist nicht Bilanz, Praxiswert ist nicht Substanzwert.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Branchenfremde Maßstäbe führen bei Heilberufen systematisch in die Irre.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Freie Berufe: rechtliche und wirtschaftliche Grundlagen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Wert einer Praxis liegt im Patientenstamm und der Zulassung – nicht in Maschinen und Grundstücken.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Freier Beruf vs. Gewerbe: eigene rechtliche und steuerliche Logik.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Einzelpraxis, Berufsausübungsgemeinschaft (BAG) und MVZ mit unterschiedlichem Risikoprofil.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EÜR statt Bilanz, Honorarstrukturen (KV, PKV, Apothekenmarge) prägen die Analyse.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BEWERTUNG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Praxisbewertung nach IDW S5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Praxiswert korrekt ermitteln – Goodwill und Substanzwert trennen.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Praxiswert: Goodwill plus Substanzwert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Praxiswert ist überwiegend Goodwill – der ideelle Wert aus Patientenstamm, Standort und Ruf.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Modifizierte Ertragswertmethode (IDW S5): nachhaltiger Gewinn minus Unternehmerlohn, kapitalisiert.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Goodwill plus Substanzwert (Geräte, Einrichtung) ergibt den Praxiswert.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Praxiswert-Ermittlung nach IDW S5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Risikoprofil und Sicherheitenkonzept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Bei Heilberufen ist die Person die Sicherheit – der Ausfall des Praxisinhabers ist das zentrale Risiko.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Spezifische Risiken: Personenabhängigkeit, Zulassungsrecht, Honorarentwicklung.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Sicherheitenkonzept oft dünn (wenig Substanz) – Verbundpartner Schwäbisch Hall für Praxisimmobilien.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Handlungsempfehlung: Heilberufe-Finanzierung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Praxiscase Dr. Mayer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Eine Zahnarztpraxis-Übernahme bewerten und finanzieren.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Praxisfall Dr. Mayer: Bewertung im Überblick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Größe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Goodwill (rechnerisch)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390 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 IDW S5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Vereinbarter Kaufpreis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220 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günstig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DSCR (Ø)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tragfähig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Praxisübernahme Dr. Mayer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Bewerten Sie die Zahnarztpraxis mit dem IDW-S5-Modell (XLSX-Praxisbewertung).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Beurteilen Sie den Kaufpreis und die Finanzierungsstruktur (DSCR).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Nutzen Sie die Checkliste Heilberufe-Erstgespräch (AB-2).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Kenne die Spielregeln der Branche, bevor du über Finanzierung sprichst.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Freier Beruf ≠ Gewerbe, EÜR ≠ Bilanz, Praxiswert ≠ Substanzwert – branchenfremde Maßstäbe führen in die Irre.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Heilberufe-Kunden haben Sie bisher mit gewerblichen Maßstäben bewertet?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 im Erstgespräch, ob ein Praxiswert realistisch angesetzt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Absicherung sprechen Sie bei einer Praxisübernahme als Erstes 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