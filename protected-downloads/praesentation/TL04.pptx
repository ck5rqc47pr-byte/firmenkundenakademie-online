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Berater A – Erwartete Analyseergebnisse</a:t>
            </a:r>
          </a:p>
          <a:p>
            <a:r>
              <a:t>Auffällige Kennzahlen: Alle Aktivitätskennzahlen über Plan; alle Ergebniskennzahlen unter Plan; Cross-Selling-Quote die niedrigste im Team. Muster: Aktivitäts-Ergebnis-Schere (klassisches Qualitätsproblem, kein Motivationsproblem). Hypothesen: (1) Gesprächsabschluss fehlt – Angebote werden präsentiert, aber nicht aktiv auf Kaufentscheidung geführt; (2) Bedarfsanalyse unvollständig – Angebote treffen nicht den Kundenbedarf; (3) Cross-Selling-Impulse fehlen in der Gesprächsstruktur. Fehlende Information: Qualitative Einschätzung der letzten 3–5 Kundengespräche; Gründe für abgelehnte Angebote (wenn erfasst). Führungshandlung: Entwicklungsgespräch, Fokus auf Gesprächsstruktur (Bedarfsanalyse + Abschlussphase + Verbundimpuls). Angebot zur Begleitung: gemeinsame Gesprächsvorbereitung bei einem konkreten anstehenden Kunden. Kein Kritikgespräch, kein Druck auf Ergebniszahlen.</a:t>
            </a:r>
          </a:p>
          <a:p>
            <a:r>
              <a:t>Berater B – Erwartete Analyseergebnisse</a:t>
            </a:r>
          </a:p>
          <a:p>
            <a:r>
              <a:t>Auffällige Kennzahlen: Alle Kennzahlen (Aktivität UND Ergebnis) unter Plan. Muster: Niedrige Aktivität führt zu niedrigen Ergebnissen – strukturelles Problem. Hypothesen: (1) Kapazitätsproblem (hohe Administrativlast, viele Bestandsengagements); (2) Motivationsproblem (Frustration, persönliche Situation); (3) Priorisierungsproblem (falsche Kundensegmentauswahl). Fehlende Information: Zeitanalyse (wie viel Zeit geht für Administration drauf?); Kundensegment und Portfolioqualität; persönliche Verfassung. Führungshandlung: Zuerst Klärungsgespräch (nicht Steuerungsgespräch): „Was macht dir im Moment die meisten Schwierigkeiten?" – Ursache verstehen, bevor Maßnahmen angeboten werden.</a:t>
            </a:r>
          </a:p>
          <a:p>
            <a:r>
              <a:t>Berater C – Erwartete Analyseergebnisse</a:t>
            </a:r>
          </a:p>
          <a:p>
            <a:r>
              <a:t>Auffällige Kennzahlen: Alle Kennzahlen über Plan – stärkste Ergebnisse im Team. Kein Korrekturbedarf, aber kein Anlass zur Vernachlässigung. Muster: Leistungsträger mit hohem Aktivitäts- und Ergebnisniveau. Führungsfalle: Aufmerksamkeit wird von den roten Zahlen anderer Berater absorbiert – Berater C bekommt kein aktives Führungsangebot. Hypothesen: (1) Berater C hat das Potenzial für komplexere Kundensituationen noch nicht ausgeschöpft; (2) Er könnte als Mentor oder kollegialer Fallberater für jüngere Berater wirken; (3) Fehlende Entwicklungsperspektive ist mittelfristiges Bindungsrisiko. Führungshandlung: Proaktives Entwicklungsgespräch – nicht wegen eines Problems, sondern als bewusste Investition in den Leistungsträger. Frage nach nächsten Entwicklungsschritten, Herausforderungen und Perspektiven.</a:t>
            </a:r>
          </a:p>
          <a:p>
            <a:r>
              <a:t>Trainer-Hinweis: Die Musterlösung zeigt bewusst, dass unterschiedliche Muster unterschiedliche Führungshandlungen erfordern. Berater A braucht ein Qualitäts-Entwicklungsgespräch; Berater B braucht zunächst ein Klärungsgespräch; Berater C braucht ein proaktives 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Optional kann Schritt 5 als kollegiale Feedback-Runde genutzt werden: Ein Teilnehmer liest seinen Einstiegssatz vor, ein anderer gibt Rückmeldung aus der Mitarbeiterperspektive. Kein Rollenspiel, sondern ein Sprachcheck unter Führungskräften – „Klingt das einladend oder anklagend?" Zeitbedarf: ca. 10 Minuten in 2er-Gruppen. Dieses Format nutzt die Gruppendynamik, ohne das Prinzip der echten Fallarbeit zu verlassen.</a:t>
            </a:r>
          </a:p>
          <a:p>
            <a:r>
              <a:t>AB-2 Musterlösung (Trainer-Version)</a:t>
            </a:r>
          </a:p>
          <a:p>
            <a:r>
              <a:t>Musterhafter Gesprächsverlauf Berater A</a:t>
            </a:r>
          </a:p>
          <a:p>
            <a:r>
              <a:t>Gesprächsziel (konkret): „Berater A hat am Ende des Gesprächs eine eigene Hypothese formuliert, warum seine Abschlussquote niedrig ist, und wir haben gemeinsam einen konkreten Entwicklungspunkt benannt, an dem wir in den nächsten 4 Wochen arbeiten."</a:t>
            </a:r>
          </a:p>
          <a:p>
            <a:r>
              <a:t>Einstieg: Offene, wertschätzende Frage, die die hohe Aktivität anerkennt und Neugier auf die Ursache signalisiert (kein „Du erreichst dein Ziel nicht").</a:t>
            </a:r>
          </a:p>
          <a:p>
            <a:r>
              <a:t>Leitfragen (Beispiele): „Was ist dein Gefühl – wann entscheidet ein Kunde, ob er ja sagt?" / „Was passiert deiner Erfahrung nach, wenn du ein Angebot präsentiert hast?" / „Wo im Gespräch fragst du üblicherweise nach dem nächsten Schritt?" / „Was würdest du bei einem Kunden, bei dem es gut gelaufen ist, anders beschreiben als bei einem, bei dem das Angebot abgelehnt wurde?"</a:t>
            </a:r>
          </a:p>
          <a:p>
            <a:r>
              <a:t>Entwicklungsimpuls: Konkreter Vorschlag: „Lass uns bei deinem nächsten Angebotsgespräch vorher kurz 5 Minuten zusammensetzen – ich teile ein, zwei Gedanken zur Gesprächsstruktur, und du nimmst mit, was dir nützlich erscheint."</a:t>
            </a:r>
          </a:p>
          <a:p>
            <a:r>
              <a:t>Trainer-Hinweis: Das häufigste Problem bei der Gesprächsvorbereitung ist der Wechsel in eine implizite Vorhaltehaltung: Die Frage klingt offen, meint aber eine Aussage. Beispiel: „Findest du nicht auch, dass du die Abschlussphase zu früh verlässt?" – das ist keine offene Frage, sondern ein verdeckter Vorwurf. Im Plenumsgespräch explizit auf dieses Muster hinweisen und gemeinsam umformulieren.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Vertriebssteuerung mit dem Cockpit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Kennzahlen lesen, Aktivitäten steuern, Berater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K-F02 Vertriebssteuerung &amp; Cockpit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Vertriebssteuerung ist das notwendige Handwerk der Teamleitung – aber Kennzahlen sind kein Selbstzweck, sondern Gesprächsanlass für Entwicklung.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Modul vermittelt, wie Teamleiter das Vertriebscockpit systematisch lesen, von der Kennzahl zur Hypothese zur Führungshandlung schließen und Steuerungsgespräche entwicklungsorientiert vorbereiten.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Im Mittelpunkt steht das Prinzip: steuern UND entwickeln.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zentralen Kennzahlen des FK-Vertriebscockpits (Aktivitätskennzahlen, Ergebniskennzahlen) benennen und den Unterschied zwischen Früh- und Spätindikatoren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Muster-Cockpit auswerten, Hypothesen zu Ursache-Wirkungs-Zusammenhängen formulieren und daraus konkrete Führungshandlungen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Aktivitätssteuerung und Ergebnisentwicklung auf einen konkreten Beratungsfall anwenden und die richtige Stellschraube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entwicklungsorientiertes Steuerungsgespräch strukturiert vorbereiten (Einstieg, Leitfragen, Formulierungsbausteine) und das Leitprinzip 'steuern UND entwickeln' darin erkennbar machen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Vertriebssteuerung als Führungshandwerk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DAS STEUERUNGSPARADOXON: WARUM ERGEBNISSE ZU SPÄT KOMMEN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Merksatz für die 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Ergebnisse folgen den Aktivitäten – mit Zeitverzug. Der Teamleiter steuert die beeinflussbaren Aktivitäten, nicht die bereits feststehenden Ergebnisse.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ZWEI KATEGORIEN VON KENNZAHLEN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Berater gute Aktivitätswerte zeigt (hohe Termindichte, viele Angebote), aber schwache Ergebnisse erzielt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Berater gute Ergebnisse erzielt, aber niedrige Aktivitätswerte zeigt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besteht mittelfristiges Risiko (Pipeline läuft leer) – Gespräch über Aktivitätsziele und Wiedervorlagendisziplin; nicht auf guten Ergebnissen ausruhen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sowohl Aktivitäts- als auch Ergebniskennzahlen schwach sind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Muster-Cockpit VR-Bank Musterregion eG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Muster-Cockpit Q2 – Team Firmenkunden Süd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Tabelle: Muster-Cockpit Q2, VR-Bank Musterregion eG (fiktive Werte, didaktisch konstruiert)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STEUERUNGSFALL 1: BERATER A – AKTIVITÄT HOCH, ERGEBNIS NIEDRIG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bedeutet dieses Muster?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Gespräche enden zu früh im Angebotsprozess (Abschlussrate: 7/22 = 32 %; Ziel wäre ca. 55 %)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Bedarfsanalyse ist unvollständig – dadurch unpassende Angebote, die abgelehnt werden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Cross-Selling-Impulse werden in den Kundengesprächen nicht gesetzt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Kundengespräche werden mit den „einfachen" Kundenbeziehungen geführt (Volumen pro Abschluss: 1,8/7 = 257.000 € – deutlich unter Berater C mit 3,1/11 = 282.000 €, aber Portfolio-Mix beachten)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Berater hohe Terminfrequenz zeigt, aber eine niedrige Angebot-zu-Abschluss-Quote (unter 45 %)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Cockpit-Analyse – Kennzahl, Hypothese, Handlung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Reflexionsfrage zur Diskussion im Plenum: Wo auf der Skala von „reiner Zieldruck" bis „reiner Coaching-Impuls" würden Sie das geplante Gespräch ansiedeln – und warum?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Gesprächsvorbereitung – Steuerungsgespräch mit Berater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Vorbereitung des Gesprächs (Einzelarbeit, ca. 15 Minuten)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Mein Gesprächsziel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genau möchte ich am Ende dieses Gesprächs erreicht haben? (Bitte konkret und realistisch formulieren – kein „höhere Abschlussquote", das ist das Monatsziel, nicht das Gesprächsziel)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Mein Einstieg (erster Satz / erste Frage)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entwicklungsorientiertes Steuerungsgespräch beginnt nicht mit Zahlen, sondern mit einer Frage, die den Berater öffnet und signalisiert: Ich will verstehen, nicht beurteilen.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Formulieren Sie Ihren Einstiegssatz oder Ihre Einstiegsfrage: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Formulierungsbaustein (Orientierungshilfe, nicht kopieren – eigene Formulierung finden):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3: Meine Leitfragen (3–4 offene Fragen für das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Offene Fragen (Wie, Was, Warum, Inwiefern) halten das Gespräch im Erkunden-Modus. Geschlossene Fragen (Ja/Nein) schließen den Dialog ab.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4: Mein konkreter Entwicklungsimpuls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biete ich am Ende des Gesprächs an? (Konkret, machbar, umsetzbar in den nächsten 2–4 Wochen)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5: Selbstreflexion – Steuern oder drücken?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Kennzahlen-/Steuerungskarte: Vertriebscockpit FK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Frühindikatoren (Aktivitätskennzahlen) – beeinflusst der Teamleiter hier: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Spätindikatoren (Ergebniskennzahlen) – sieht der Teamleiter, aber nicht mehr beeinflussbar: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Diagnose-Logik im Überblick: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Checkliste: Entwicklungsorientiertes Steuerungsgespräch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Cockpit ausgewertet – Kennzahlenmuster identifiziert (Aktivität vs. Ergebnis)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Eigene Hypothese zur Ursache gebildet (min. 2 Möglichkeiten)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konkret formuliert (nicht „bessere Ergebnisse", sondern: was soll der Berater am Ende wissen, können, planen?)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Einstiegssatz vorbereitet: wertschätzend, fragend, nicht urteilend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3–4 offene Leitfragen notiert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Einen konkreten Entwicklungsimpuls vorbereitet, den ich anbieten kann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Im 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Mit Anerkennung gestartet, bevor Zahlen angesprochen wurden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Eigene Hypothese zurückgehalten – zuerst den Berater gefragt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Mehr gefragt als gesagt (Faustregel: 70 % Berater redet, 30 % ich)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Auf Antworten des Beraters eingegangen (nicht Fragenkatalog abgearbeitet)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folgenden Fragen sind für die persönliche Reflexion gedacht – kein Test, kein Richtig/Falsch. Nehmen Sie sich 5–10 Minuten Zeit, bevor Sie in den Alltag zurückkehren.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haben Sie bisher auf schwache Ergebnisse in Ihrem Team reagiert – eher mit Druck auf das Ergebnis oder mit Fragen zu den Aktivitäten? Was sagt das über Ihr Steuerungsverständnis aus?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Berater in Ihrem Team zeigt derzeit das ausgeprägteste Aktivitäts-Ergebnis-Muster – und was hindert Sie, das Gespräch dazu zu führen?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haben Sie zuletzt mit Ihrem stärksten Berater ein proaktives Entwicklungsgespräch geführt – unabhängig von Zahlen und Problemen? Was hat ihn oder sie dabei angetrieben?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 ein Berater in Ihrem Team ein typisches Steuerungsgespräch mit Ihnen beschreiben: als Kontrolle oder als Entwicklung? Was müssten Sie verändern, damit die Antwort eindeutig „Entwicklung" lautet?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bedeutet das Leitprinzip „steuern UND entwickeln" konkret für Ihre nächste Steuerungsrunde – welchen einen Schritt nehmen Sie mit?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