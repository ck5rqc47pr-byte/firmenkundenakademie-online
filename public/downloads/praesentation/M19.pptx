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M19  ·  K-06 Führung &amp; Entwicklung  ·  Sparringspartner  ·  90 Min.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Wissenstransfer im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Implizites Expertenwissen systematisch weitergeben und Lerngemeinschaften im FK-Team aufbauen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Explizites von implizitem Wissen unterscheiden und ungenutzte Transferbereiche identifizieren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Mindestens zwei Wissenstransfer-Methoden auf den eigenen Teamkontext anwenden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Typische Transferbarrieren analysieren und Gegenmaßnahmen ableiten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 geeignete Wissenstransfer-Routine für den Teamkontext auswählen und die Wahl anhand von Transferbarrieren begründen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Den Nutzen des Teams als Community of Practice bewerten und konkrete Stärkungsschritte begründen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Methode 1: Tandem-Kundenbesuch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Methode 2: Strukturierte Fallbesprechung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Methode 3: Wissenslandkarte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Methode 4: Lunch-and-Learn (15 Minuten)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Hinweis: Hybride und standortverteilte Teams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Methode 5: Reverse Mentoring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1: Wissenslandkarte – eigener Steckbrief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2: Fallbesprechung vorbereiten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3: Wissenstransfer-Maßnahmenplan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M19 · Wissenstransfer im Team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