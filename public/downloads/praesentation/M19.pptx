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M19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048000"/>
            <a:ext cx="109728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Wissenstransfer im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334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0"/>
            <a:ext cx="5207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4D5270"/>
                </a:solidFill>
                <a:latin typeface="Georgia"/>
              </a:rPr>
              <a:t>Implizites Expertenwissen systematisch weitergeben und Lerngemeinschaften im FK-Team aufbauen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461000"/>
            <a:ext cx="2286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6642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0" y="5461000"/>
            <a:ext cx="2540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0" y="5664200"/>
            <a:ext cx="254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350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7FA0"/>
                </a:solidFill>
                <a:latin typeface="Courier New"/>
              </a:rPr>
              <a:t>v0.4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02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2700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33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1333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84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1409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Explizites von implizitem Wissen unterscheiden und ungenutzte Transferbereiche identifizieren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95499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46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500" y="2171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Mindestens zwei Wissenstransfer-Methoden auf den eigenen Teamkontext anwenden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857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8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0500" y="2933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Typische Transferbarrieren analysieren und Gegenmaßnahmen ableiten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9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70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500" y="3695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Eine geeignete Wissenstransfer-Routine für den Teamkontext auswählen und die Wahl anhand von Transferbarrieren begründen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381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432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500" y="4457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Den Nutzen des Teams als Community of Practice bewerten und konkrete Stärkungsschritte begründen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03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4.2 DAS SECI-MODELL: WIE WISSEN IM TEAM ENTSTEHT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04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4.2 DAS SECI-MODELL: WIE WISSEN IM TEAM ENTSTEHT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4.2 Das SECI-Modell: Wie Wissen im Team entsteht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4.3 COMMUNITIES OF PRACTICE: DAS TEAM ALS LERNGEMEINSCHAFT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05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4.3 COMMUNITIES OF PRACTICE: DAS TEAM ALS LERNGEMEINSCHAFT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4.3 Communities of Practice: Das Team als Lerngemeinschaft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4.4 KOLBS LERNZYKLUS: WIE ERFAHRUNG ZU WISSEN WIRD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06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4.4 KOLBS LERNZYKLUS: WIE ERFAHRUNG ZU WISSEN WIRD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4.4 Kolbs Lernzyklus: Wie Erfahrung zu Wissen wird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07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4.5 FÜNF BEWÄHRTE TRANSFERMETHODEN IM FK-KONTEXT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4.5 Fünf bewährte Transfermethoden im FK-Kontext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Methode 1: Tandem-Kundenbesuch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08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Methode 1: Tandem-Kundenbesuch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Was: Zwei Berater besuchen gemeinsam einen Kunden – einer führt, einer beobachtet. Wann: Bei speziellem Branchenwissen oder neuem Kundensegment. Ablauf: 1. Kurze Vorbesprechung (10 Min.): Wer…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Qualitätsfaktor: Der Beobachter hat vorab eine konkrete Beobachtungsaufgabe (z.B. „achte auf, wie der Kollege das Thema Nachfolge einführt").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&gt; Kundenakzeptanz sichern: Kunden fragen regelmäßig, warum plötzlich zwei Berater kommen – das wirkt manchmal wie eine Ablösung oder wie ein Warnsignal. Klare Ansage vorab: „Mein Kollege ist…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09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Methode 2: Strukturierte Fallbesprechung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Was: 45-minütiges Team-Format, in dem ein Berater einen aktuellen Fall vorstellt und das Team kollektiv reflektiert. Wann: Monatlich – als eigener, geschützter Termin, nicht als Anhang der regulären 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11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Schritt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Zeit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Inhalt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Falldarstellung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10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Berater beschreibt Situation, Ziel, bisherige Schritte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Verständnisfragen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Nur klärende Fragen – keine Ratschläge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Stille Reflexion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Alle notieren: Was fällt mir auf? Was würde ich tun?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Offene Diskussion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15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Verschiedene Perspektiven – moderiert durch Teamleiter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Erkenntnisse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7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Was nehmen wir als Prinzip mit? Wer trägt es ins Team?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Dokumentation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Kurzprotokoll in gemeinsamer Wissensablage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10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Methode 3: Wissenslandkarte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Was: Visualisierung, wer im Team über welches Spezialwissen verfügt. Wann: Einmalig erstellen, halbjährlich aktualisieren. Inhalt: Pro Berater: Branchenexpertise, Sonderwissen (z.B. Nachfolge,…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11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Methode 4: Lunch-and-Learn (15 Minuten)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Was: Kurzes, informelles Wissensformat – ein Berater erklärt an einem konkreten Beispiel eine Technik oder ein Konzept. Wann: Spontan oder geplant, 1–2× pro Monat. Beispielthemen: „Wie ich eine…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12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Hinweis: Hybride und standortverteilte Teams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Viele VR-Bank-FK-Teams arbeiten inzwischen über mehrere Geschäftsstellen verteilt oder hybrid. Die o.g. Methoden funktionieren auch auf Distanz – mit kleinen Anpassungen: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222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Methode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Präsenz-Variante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Digital-/Hybrid-Variante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Tandem-Besuch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Physisch beim Kunden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Nur bei physischen Kundenterminen; Nachbesprechung per MS Teams möglich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Fallbesprechung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Gemeinsamer Raum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MS-Teams-Videocall, 45 Min., Whiteboard-Funktion für stille Reflexionsphase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Wissenslandkarte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Pinnwand im Teamraum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Teams-Kanal mit fixiertem Beitrags-Thread oder SharePoint-OneNote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Lunch-and-Learn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Informell im Büro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15 Min. MS Teams – auch asynchron als aufgezeichnetes Kurzvideo (5 Min.)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13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Methode 5: Reverse Mentoring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Was: Jüngere/neuere Berater unterweisen erfahrene Berater in Digitalthemen oder neuen Systemfunktionen. Wann: Bei Einführung neuer Tools (z.B. agree-Updates, CRM-Erweiterungen). Nutzen: Durchbricht…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4.6 TYPISCHE TRANSFERBARRIEREN UND GEGENMASSNAHMEN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14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4.6 TYPISCHE TRANSFERBARRIEREN UND GEGENMASSNAHMEN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4.6 Typische Transferbarrieren und Gegenmaßnahmen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4.7 PRAXISCASE: TEAM OSTBAYERN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15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4.7 PRAXISCASE: TEAM OSTBAYERN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4.7 Praxiscase: Team Ostbayern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4.8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16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4.8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4.8 Arbeitsblätter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Arbeitsblatt 1: Wissenslandkarte – eigener Steckbrief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VIII · 4.8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17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Arbeitsblatt 1: Wissenslandkarte – eigener Steckbrief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1200"/>
                <a:gridCol w="32512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Frage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Ihre Antwort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Meine Branchenschwerpunkte (Top 3)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Wissen, das ich habe und andere kaum (implizit)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Erfahrungen, die ich gerne weitergeben würde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Themen, bei denen ich von anderen lernen möchte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Kollegen, die ich gerne als Tandem-Partner hätte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VIII · 4.8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18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Arbeitsblatt 2: Fallbesprechung vorbereiten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(für den Fallbringer)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1200"/>
                <a:gridCol w="32512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Punkt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Ihre Notizen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Worum geht es (1 Satz)?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Was ist mein Ziel/meine Frage an das Team?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Was habe ich bereits versucht?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Was ist der Kontext (Branche, Unternehmensgröße, Beziehungshistorie)?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Was wäre für mich ein gutes Ergebnis dieser Besprechung?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VIII · 4.8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19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Arbeitsblatt 3: Wissenstransfer-Maßnahmenplan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---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480"/>
                <a:gridCol w="1300480"/>
                <a:gridCol w="1300480"/>
                <a:gridCol w="1300480"/>
                <a:gridCol w="130048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Methode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Wann?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Wer organisiert?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Wer nimmt teil?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Erfolgskriterium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Tandem-Besuche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Monatliche Fallbesprechung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Wissenslandkarte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Lunch-and-Learn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Reverse Mentoring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20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21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22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23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spc="10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74750"/>
            <a:ext cx="109728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F8F8FA"/>
                </a:solidFill>
                <a:latin typeface="Georgia"/>
              </a:rPr>
              <a:t>Quellen­apparat.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(Alle Quellen im APA-7-Format)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Anderson, L.W. &amp; Krathwohl, D.R. (Hrsg.). (2001). A taxonomy for learning, teaching, and assessing: A revision of Bloom's educational objectives. Longman.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Dreyfus, H.L. &amp; Dreyfus, S.E. (1980). A five-stage model of the mental activities involved in directed skill acquisition (ORC 80-2). University of California, Berkeley, Operations Research Center.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Kirkpatrick, D.L. (1994). Evaluating Training Programs: The Four Levels. Berrett-Koehler.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Kolb, D.A. (1984). Experiential learning: Experience as the source of learning and development. Prentice Hall.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Nonaka, I. &amp; Takeuchi, H. (1995). The knowledge-creating company: How Japanese companies create the dynamics of innovation. Oxford University Press.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Reinmann-Rothmeier, G. &amp; Mandl, H. (2000). Wissensmanagement in der Vernetzung: Konzepte und Erfahrungen. Unterrichtswissenschaft, 28(3), 228–248.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Wenger, E. (1998). Communities of practice: Learning, meaning, and identity. Cambridge University Press.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08000"/>
            <a:ext cx="317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"/>
            <a:ext cx="11582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6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270500"/>
            <a:ext cx="571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191D2E"/>
                </a:solidFill>
                <a:latin typeface="Georgia"/>
              </a:rPr>
              <a:t>Das vollständige Modul «Wissenstransfer im Team» ist auf FKB Campus verfügbar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5270500"/>
            <a:ext cx="2413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54991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5270500"/>
            <a:ext cx="218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499100"/>
            <a:ext cx="2184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M19 ·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