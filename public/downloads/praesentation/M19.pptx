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M19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Wissenstransfer im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Sparringspartner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Explizites von implizitem Wissen unterscheiden und ungenutzte Transferbereiche identifizieren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Mindestens zwei Wissenstransfer-Methoden auf den eigenen Teamkontext anwenden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Transferbarrieren analysieren und Gegenmaßnahmen ableiten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464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29845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9000" y="30099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geeignete Wissenstransfer-Routine für den Teamkontext auswählen und die Wahl anhand von Transferbarrieren begründen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322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6703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99000" y="36957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Nutzen des Teams als Community of Practice bewerten und konkrete Stärkungsschritte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4.2 DAS SECI-MODELL: WIE WISSEN IM TEAM ENTSTEHT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4.2 Das SECI-Modell: Wie Wissen im Team entsteht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4.3 COMMUNITIES OF PRACTICE: DAS TEAM ALS LERNGEMEINSCHAFT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4.3 Communities of Practice: Das Team als Lerngemeinschaft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4.4 KOLBS LERNZYKLUS: WIE ERFAHRUNG ZU WISSEN WIRD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4.4 Kolbs Lernzyklus: Wie Erfahrung zu Wissen wird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4.5 Fünf bewährte Transfermethoden im FK-Kontext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Methode 1: Tandem-Kundenbesuch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1: Tandem-Kundenbesuch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Zwei Berater besuchen gemeinsam einen Kunden – einer führt, einer beobachtet. Wann: Bei speziellem Branchenwissen oder neuem Kundensegment. Ablauf: 1. Kurze Vorbesprechung (10 Min.): Wer übernimmt welche Rolle?…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Qualitätsfaktor: Der Beobachter hat vorab eine konkrete Beobachtungsaufgabe (z.B. „achte auf, wie der Kollege das Thema Nachfolge einführt").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Kundenakzeptanz sichern: Kunden fragen regelmäßig, warum plötzlich zwei Berater kommen – das wirkt manchmal wie eine Ablösung oder wie ein Warnsignal. Klare Ansage vorab: „Mein Kollege ist Spezialist für [Thema] und…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2: Strukturierte Fallbesprechung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Was: 45-minütiges Team-Format, in dem ein Berater einen aktuellen Fall vorstellt und das Team kollektiv reflektiert. Wann: Monatlich – als eigener, geschützter Termin, nicht als An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Zeit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Inhalt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Falldarstellung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Berater beschreibt Situation, Ziel, bisherige Schritte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Verständnisfragen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klärende Fragen – keine Ratschläge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Stille Reflexion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Alle notieren: Was fällt mir auf? Was würde ich tun?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Diskussion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Verschiedene Perspektiven – moderiert durch Teamleiter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Erkenntnisse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 Min.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nehmen wir als Prinzip mit? Wer trägt es ins Team?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 Min.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Kurzprotokoll in gemeinsamer Wissensablage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3: Wissenslandkarte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Visualisierung, wer im Team über welches Spezialwissen verfügt. Wann: Einmalig erstellen, halbjährlich aktualisieren. Inhalt: Pro Berater: Branchenexpertise, Sonderwissen (z.B. Nachfolge, Landwirtschaft,…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4: Lunch-and-Learn (15 Minuten)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Kurzes, informelles Wissensformat – ein Berater erklärt an einem konkreten Beispiel eine Technik oder ein Konzept. Wann: Spontan oder geplant, 1–2× pro Monat. Beispielthemen: „Wie ich eine Nachfolgesituation…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Hinweis: Hybride und standortverteilte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Viele VR-Bank-FK-Teams arbeiten inzwischen über mehrere Geschäftsstellen verteilt oder hybrid. Die o.g. Methoden funktionieren auch auf Distanz – mit kleinen Anpassungen: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Präsenz-Variante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Digital-/Hybrid-Variante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Physisch beim Kunden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Nur bei physischen Kundenterminen; Nachbesprechung per MS Teams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Gemeinsamer Raum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MS-Teams-Videocall, 45 Min., Whiteboard-Funktion für stille Reflexionsphase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Pinnwand im Teamraum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Teams-Kanal mit fixiertem Beitrags-Thread oder SharePoint-OneNote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Informell im Büro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15 Min. MS Teams – auch asynchron als aufgezeichnetes Kurzvideo (5 Min.)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 · 4.5 FÜNF BEWÄHRTE TRANSFERMETHODEN IM FK-KONTEXT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Methode 5: Reverse Mentoring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Was: Jüngere/neuere Berater unterweisen erfahrene Berater in Digitalthemen oder neuen Systemfunktionen. Wann: Bei Einführung neuer Tools (z.B. agree-Updates, CRM-Erweiterungen). Nutzen: Durchbricht die Hierarchie als…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4.6 TYPISCHE TRANSFERBARRIEREN UND GEGENMASSNAHMEN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4.6 Typische Transferbarrieren und Gegenmaßnahmen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4.7 PRAXISCASE: TEAM OSTBAYERN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4.7 Praxiscase: Team Ostbayern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4.8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Arbeitsblatt 1: Wissenslandkarte – eigener Steckbrief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1: Wissenslandkarte – eigener Steckbrief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Antwort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Meine Branchenschwerpunkte (Top 3)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Wissen, das ich habe und andere kaum (implizit)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Erfahrungen, die ich gerne weitergeben würde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Themen, bei denen ich von anderen lernen möchte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Kollegen, die ich gerne als Tandem-Partner hätte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2: Fallbesprechung vorbereiten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(für den Fallbringer)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Punkt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Ihre Notizen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Worum geht es (1 Satz)?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ist mein Ziel/meine Frage an das Team?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habe ich bereits versucht?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ist der Kontext (Branche, Unternehmensgröße, Beziehungshistorie)?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wäre für mich ein gutes Ergebnis dieser Besprechung?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VIII · 4.8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Arbeitsblatt 3: Wissenstransfer-Maßnahmenplan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---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/>
                <a:gridCol w="1173480"/>
                <a:gridCol w="1173480"/>
                <a:gridCol w="1173480"/>
                <a:gridCol w="117348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Methode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Wann?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 organisiert?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 nimmt teil?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Erfolgskriterium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Tandem-Besuche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Fallbesprechung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Wissenslandkarte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Lunch-and-Learn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Reverse Mentoring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«Wissenstransfer im Team»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M19 · Sparringspartner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