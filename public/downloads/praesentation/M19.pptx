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3175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M19  ·  v0.4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94000"/>
            <a:ext cx="10972800" cy="20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000" b="0" i="0">
                <a:solidFill>
                  <a:srgbClr val="191D2E"/>
                </a:solidFill>
                <a:latin typeface="Georgia"/>
              </a:rPr>
              <a:t>Wissenstransfer im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4889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016500"/>
            <a:ext cx="52070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1">
                <a:solidFill>
                  <a:srgbClr val="4D5270"/>
                </a:solidFill>
                <a:latin typeface="Georgia"/>
              </a:rPr>
              <a:t>Implizites Expertenwissen systematisch weitergeben und Lerngemeinschaften im FK-Team aufbauen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500" y="5016500"/>
            <a:ext cx="2540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ZIELSTUFE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2500" y="5207000"/>
            <a:ext cx="25400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Sparringspartner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0" y="5016500"/>
            <a:ext cx="2667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DAUER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0" y="5207000"/>
            <a:ext cx="26670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90 Min.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00 — LERNZIELE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3175000" cy="165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800" b="0" i="1">
                <a:solidFill>
                  <a:srgbClr val="1F2B56"/>
                </a:solidFill>
                <a:latin typeface="Georgia"/>
              </a:rPr>
              <a:t>Inhalt.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4000" y="8890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4000" y="939799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0" y="9525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Explizites von implizitem Wissen unterscheiden und ungenutzte Transferbereiche identifizieren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4000" y="15875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4000" y="1638300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3000" y="16510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Mindestens zwei Wissenstransfer-Methoden auf den eigenen Teamkontext anwenden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4000" y="22860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4000" y="2336800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3000" y="23495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Typische Transferbarrieren analysieren und Gegenmaßnahmen ableiten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4000" y="29845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4000" y="3035300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3000" y="30480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Eine geeignete Wissenstransfer-Routine für den Teamkontext auswählen und die Wahl anhand von Transferbarrieren begründen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4000" y="36830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4000" y="3733799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3000" y="37465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Den Nutzen des Teams als Community of Practice bewerten und konkrete Stärkungsschritte begründen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WAS EXPERTEN WISSEN — UND NICHT AUFSCHREIBEN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Was Experten wissen — und nicht aufschreiben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5842000"/>
            <a:ext cx="4851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 b="0" i="1">
                <a:solidFill>
                  <a:srgbClr val="7B7FA0"/>
                </a:solidFill>
                <a:latin typeface="Georgia"/>
              </a:rPr>
              <a:t>Implizites Wissen als größter Schatz im Team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 · WAS EXPERTEN WISSEN — UND NICHT AUFSCHREIBEN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889000"/>
            <a:ext cx="3810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Kernaussage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Explizit vs. implizit: Der Unterschied entscheidet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2825750"/>
            <a:ext cx="5207000" cy="2857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Explizites Wissen steht in Handbüchern. Implizites Wissen steckt im Kopf des erfahrenen Beraters: Wie man schwierige Gespräche dreht. Welcher Unternehmer-Typ welche Frage braucht. Was bei Branche X wirklich zählt.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2825750"/>
            <a:ext cx="48514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1F2B56"/>
                </a:solidFill>
                <a:latin typeface="Courier New"/>
              </a:rPr>
              <a:t>Mitnahme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3041650"/>
            <a:ext cx="4851400" cy="2667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1">
                <a:solidFill>
                  <a:srgbClr val="191D2E"/>
                </a:solidFill>
                <a:latin typeface="Georgia"/>
              </a:rPr>
              <a:t>Wenn erfahrene Berater das Team verlassen, geht dieses Wissen verloren — es sei denn, das Team hat es zuvor systematisch geteilt.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WIE WISSENSTRANSFER WIRKLICH FUNKTIONIERT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Wie Wissenstransfer wirklich funktioniert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5842000"/>
            <a:ext cx="4851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 b="0" i="1">
                <a:solidFill>
                  <a:srgbClr val="7B7FA0"/>
                </a:solidFill>
                <a:latin typeface="Georgia"/>
              </a:rPr>
              <a:t>Zwei Methoden mit sofortigem Effekt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II · WIE WISSENSTRANSFER WIRKLICH FUNKTIONIERT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Methode 1: Tandem-Gespräche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51150"/>
            <a:ext cx="10972800" cy="34480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Erfahrener Berater nimmt Junior mit ins Kundengespräch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Vor dem Gespräch: Vorbereitung gemeinsam besprechen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Im Gespräch: Junior beobachtet, notiert Fragen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Nach dem Gespräch: 15-minütige Reflexion — Was haben Sie gelernt?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II · WIE WISSENSTRANSFER WIRKLICH FUNKTIONIERT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Methode 2: Kollegiale Fallberatung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51150"/>
            <a:ext cx="10972800" cy="34480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Ein Berater bringt einen schwierigen Fall mit (5 Min. Schilderung)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Gruppe stellt ausschließlich Fragen — keine Ratschläge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Berater denkt laut nach, findet eigene Lösung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Abschluss: Team teilt ähnliche Erfahrungen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Format: 45 Minuten, max. 6 Personen, regelmäßig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DAS TEAM ALS COMMUNITY OF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Das Team als Community of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5842000"/>
            <a:ext cx="4851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 b="0" i="1">
                <a:solidFill>
                  <a:srgbClr val="7B7FA0"/>
                </a:solidFill>
                <a:latin typeface="Georgia"/>
              </a:rPr>
              <a:t>Gemeinsam besser werden — strukturiert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III · DAS TEAM ALS COMMUNITY OF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Transferbarrieren und wie man sie überwindet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51150"/>
            <a:ext cx="10972800" cy="34480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Zeitdruck: Transfer-Routine in bestehende Meetings integrieren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Statusdenken: 'Wer gibt, verliert' — das Gegenteil ist wahr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Fehlende Struktur: Festes Format schlägt guten Willen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Kein Mandat: Teamleiter muss Wissenstransfer aktiv einfordern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III · DAS TEAM ALS COMMUNITY OF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Ihr Auftrag: Eine Routine starten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51150"/>
            <a:ext cx="10972800" cy="34480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Einen Kollegen oder Junior für Tandem-Gespräch anfragen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Nächstes Teammeeting: 10 Minuten für Fallreflexion reservieren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Eigenes implizites Wissen benennen: Was könnten Sie teilen?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Transferbarriere im Team identifizieren und ansprechen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QUELLENAPPARAT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63600"/>
            <a:ext cx="5080000" cy="20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A0AACC"/>
                </a:solidFill>
                <a:latin typeface="Courier New"/>
              </a:rPr>
              <a:t>Quellenapparat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F8F8FA"/>
                </a:solidFill>
                <a:latin typeface="Georgia"/>
              </a:rPr>
              <a:t>Quellen.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254250"/>
            <a:ext cx="10972800" cy="6350"/>
          </a:xfrm>
          <a:prstGeom prst="rect">
            <a:avLst/>
          </a:prstGeom>
          <a:solidFill>
            <a:srgbClr val="3A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317750"/>
            <a:ext cx="52070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(Alle Quellen im APA-7-Format)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800350"/>
            <a:ext cx="52070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Anderson, L.W. &amp; Krathwohl, D.R. (Hrsg.). (2001). A taxonomy for learning, teaching, and assessing: A revision of Bloom's educational…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282950"/>
            <a:ext cx="52070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Dreyfus, H.L. &amp; Dreyfus, S.E. (1980). A five-stage model of the mental activities involved in directed skill acquisition (ORC 80-2).…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765550"/>
            <a:ext cx="52070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Kirkpatrick, D.L. (1994). Evaluating Training Programs: The Four Levels. Berrett-Koehler.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248150"/>
            <a:ext cx="52070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Kolb, D.A. (1984). Experiential learning: Experience as the source of learning and development. Prentice Hall.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0" y="2317750"/>
            <a:ext cx="52324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Nonaka, I. &amp; Takeuchi, H. (1995). The knowledge-creating company: How Japanese companies create the dynamics of innovation. Oxford…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0" y="2800350"/>
            <a:ext cx="52324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Reinmann-Rothmeier, G. &amp; Mandl, H. (2000). Wissensmanagement in der Vernetzung: Konzepte und Erfahrungen. Unterrichtswissenschaft, 28(3),…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0" y="3282950"/>
            <a:ext cx="52324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Wenger, E. (1998). Communities of practice: Learning, meaning, and identity. Cambridge University Press.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3175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Ende · v0.4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43000"/>
            <a:ext cx="10972800" cy="355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600" b="0" i="0">
                <a:solidFill>
                  <a:srgbClr val="191D2E"/>
                </a:solidFill>
                <a:latin typeface="Georgia"/>
              </a:rPr>
              <a:t>Danke.
Fragen?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482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953000"/>
            <a:ext cx="57150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1">
                <a:solidFill>
                  <a:srgbClr val="191D2E"/>
                </a:solidFill>
                <a:latin typeface="Georgia"/>
              </a:rPr>
              <a:t>Modul «Wissenstransfer im Team» auf FKB Campus — 5 Lernziele, Praxisfall und Quellenapparat.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4953000"/>
            <a:ext cx="2413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Trainer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0" y="5156200"/>
            <a:ext cx="2413000" cy="38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4D5270"/>
                </a:solidFill>
                <a:latin typeface="Georgia"/>
              </a:rPr>
              <a:t>[Name · Kontakt]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0" y="4953000"/>
            <a:ext cx="21844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Modul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0" y="5156200"/>
            <a:ext cx="2184400" cy="38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M19 · Sparringspartner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