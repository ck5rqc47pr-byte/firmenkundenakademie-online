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Wissenstransfer im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Implizites Expertenwissen systematisch weitergeben und Lerngemeinschaften im FK-Team aufbauen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K-06 Führung &amp; 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Explizites von implizitem Wissen unterscheiden und ungenutzte Transferbereiche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zwei Wissenstransfer-Methoden auf den eigenen Teamkontext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Transferbarrieren analysieren und Gegenmaßnahmen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geeignete Wissenstransfer-Routine für den Teamkontext auswählen und die Wahl anhand von Transferbarrieren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Nutzen des Teams als Community of Practice bewerten und konkrete Stärkungsschritte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SECI-Modell Wissensspirale nach Nonaka &amp; Takeuchi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Kolb-Lernzyklus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1: Tandem-Kundenbesuch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Zwei Berater besuchen gemeinsam einen Kunden – einer führt, einer beobachtet.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Bei speziellem Branchenwissen oder neuem Kundensegment.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Ablauf: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Kurze Vorbesprechung (10 Min.): Wer übernimmt welche Rolle? Welche Beobachtungsaufgabe hat der Gast?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Kundenbesuch (gemeinsam, einer führt)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Nachbesprechung (15 Min.): Beobachter gibt strukturiertes Feedback; Berater teilt Hintergrundwissen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Qualitätsfaktor: Der Beobachter hat vorab eine konkrete Beobachtungsaufgabe (z.B. „achte auf, wie der Kollege das Thema Nachfolge einführt").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2: Strukturierte Fallbesprechung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45-minütiges Team-Format, in dem ein Berater einen aktuellen Fall vorstellt und das Team kollektiv reflektiert.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Struktur: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Qualitätsfaktor: Die stille Reflexion vor der Diskussion verhindert Gruppendenken (Anchoring-Bias).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3: Wissenslandkarte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Visualisierung, wer im Team über welches Spezialwissen verfügt.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Einmalig erstellen, halbjährlich aktualisieren.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Inhalt: Pro Berater: Branchenexpertise, Sonderwissen (z.B. Nachfolge, Landwirtschaft, Heilberufe), bevorzugte Methoden, Kontaktnetzwerk.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Nutzen: Neue Berater wissen sofort, wen sie bei welchem Thema fragen sollen. Der Teamleiter erkennt Wissensinseln und -lücken.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4: Lunch-and-Learn (15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Kurzes, informelles Wissensformat – ein Berater erklärt an einem konkreten Beispiel eine Technik oder ein Konzept.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Spontan oder geplant, 1–2× pro Monat.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Qualitätsfaktor: Keine Präsentation, keine Vorbereitung – nur Erzählen + Fragen.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Hinweis: Hybride und standortverteilte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Viele VR-Bank-FK-Teams arbeiten inzwischen über mehrere Geschäftsstellen verteilt oder hybrid. Die o.g. Methoden funktionieren auch auf Distanz – mit kleinen Anpassungen: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5: Reverse Mentoring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Jüngere/neuere Berater unterweisen erfahrene Berater in Digitalthemen oder neuen Systemfunktionen.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Bei Einführung neuer Tools (z.B. agree-Updates, CRM-Erweiterungen).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Nutzen: Durchbricht die Hierarchie als Wissensbarriere; wertet beide Seiten auf.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4.6 Typische Transferbarrieren und Gegenmaßnahmen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4.7 Praxiscase: Team Ostbayern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Gleichzeitig sind drei jüngere Berater seit 2–4 Jahren im Team. Sie beherrschen agree gut, kennen aber die regionalen Besonderheiten kaum.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Maßnahmen von Claudia Möller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1 – Wissenslandkarte erstellen (Monat 1):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2 – Tandem-Besuche einführen (Monat 2–3):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3 – Monatliche Fallbesprechung (ab Monat 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 nach 6 Monaten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1: Wissenslandkarte – eigener Steckbrief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2: Fallbesprechung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(für den Fallbringer)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3: Wissenstransfer-Maßnahmenplan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