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DA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Arial"/>
              </a:rPr>
              <a:t>M01  ·  K-01 Finanzanalyse &amp; Kreditexpertise  ·  Berater  ·  90 Min.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868680"/>
            <a:ext cx="731520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11430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Arial"/>
              </a:rPr>
              <a:t>Bilanzlesen für Praktiker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2004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CCD6F0"/>
                </a:solidFill>
                <a:latin typeface="Arial"/>
              </a:rPr>
              <a:t>Jahresabschlüsse sicher lesen und für das Kundengespräch nutzen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179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9AACC"/>
                </a:solidFill>
                <a:latin typeface="Arial"/>
              </a:rPr>
              <a:t>Trainer-Präsentation  ·  v0.4  ·  Benedikt Zoller Coaching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868680"/>
            <a:ext cx="7315200" cy="2743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3200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3DA5"/>
                </a:solidFill>
                <a:latin typeface="Arial"/>
              </a:rPr>
              <a:t>LERNZIELE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Arial"/>
              </a:rPr>
              <a:t>Was Sie nach diesem Modul können.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188720"/>
            <a:ext cx="114300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003DA5"/>
                </a:solidFill>
                <a:latin typeface="Arial"/>
              </a:rPr>
              <a:t>▪  </a:t>
            </a:r>
            <a:r>
              <a:rPr sz="1600">
                <a:solidFill>
                  <a:srgbClr val="1A1A1A"/>
                </a:solidFill>
                <a:latin typeface="Arial"/>
              </a:rPr>
              <a:t>HGB-Bilanzstruktur (Aktiv-/Passivseite) benennen und Positionen zuordnen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003DA5"/>
                </a:solidFill>
                <a:latin typeface="Arial"/>
              </a:rPr>
              <a:t>▪  </a:t>
            </a:r>
            <a:r>
              <a:rPr sz="1600">
                <a:solidFill>
                  <a:srgbClr val="1A1A1A"/>
                </a:solidFill>
                <a:latin typeface="Arial"/>
              </a:rPr>
              <a:t>GuV-Grundstruktur erklären und Ergebniskomponenten einordnen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003DA5"/>
                </a:solidFill>
                <a:latin typeface="Arial"/>
              </a:rPr>
              <a:t>▪  </a:t>
            </a:r>
            <a:r>
              <a:rPr sz="1600">
                <a:solidFill>
                  <a:srgbClr val="1A1A1A"/>
                </a:solidFill>
                <a:latin typeface="Arial"/>
              </a:rPr>
              <a:t>Vier zentrale Bilanzkennzahlen (EK-Quote, Anlagendeckung I/II, Current Ratio) berechnen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003DA5"/>
                </a:solidFill>
                <a:latin typeface="Arial"/>
              </a:rPr>
              <a:t>▪  </a:t>
            </a:r>
            <a:r>
              <a:rPr sz="1600">
                <a:solidFill>
                  <a:srgbClr val="1A1A1A"/>
                </a:solidFill>
                <a:latin typeface="Arial"/>
              </a:rPr>
              <a:t>Kennzahlen eines KMU-Kunden interpretieren und Jahresabweichungen beschreiben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003DA5"/>
                </a:solidFill>
                <a:latin typeface="Arial"/>
              </a:rPr>
              <a:t>▪  </a:t>
            </a:r>
            <a:r>
              <a:rPr sz="1600">
                <a:solidFill>
                  <a:srgbClr val="1A1A1A"/>
                </a:solidFill>
                <a:latin typeface="Arial"/>
              </a:rPr>
              <a:t>§ 18 KWG-Pflicht erläutern und Handlungsschritte für das Kundengespräch ableiten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3DA5"/>
                </a:solidFill>
                <a:latin typeface="Arial"/>
              </a:rPr>
              <a:t>Was ist ein Jahresabschluss?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51560"/>
            <a:ext cx="11430000" cy="2743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3444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Der Jahresabschluss ist die jährliche Zusammenfassung der wirtschaftlichen Lage eines Unternehmens. Für…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Bilanz (§ 266 HGB): Stichtagsbezogene Gegenüberstellung von Vermögen (Aktiva) und Kapital (Passiva). Die Bilanz zeigt,…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Gewinn- und Verlustrechnung (§ 275 HGB): Zeitraumbezogene Darstellung von Erträgen und Aufwendungen eines…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Anhang (§ 284 HGB): Erläuterungen und Ergänzungen zu Bilanz und GuV (z.B. Bilanzierungsmethoden, Haftungsverhältnisse).…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Lagebericht (§ 289 HGB): Lageeinschätzung des Managements, Risikobericht, Ausblick. Nur für mittelgroße und große…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04320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3DA5"/>
                </a:solidFill>
                <a:latin typeface="Arial"/>
              </a:rPr>
              <a:t>Offenlegungspflichten und Größenklassen (§ 267 HGB)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51560"/>
            <a:ext cx="11430000" cy="2743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3444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Praxishinweis: Viele Ihrer KMU-Kunden sind „kleine" GmbHs – sie legen keine GuV offen. In diesen Fällen müssen Sie die…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04320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3DA5"/>
                </a:solidFill>
                <a:latin typeface="Arial"/>
              </a:rPr>
              <a:t>Bilanzstruktur: Mittelherkunft und -verwendung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51560"/>
            <a:ext cx="11430000" cy="2743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3444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Die Goldene Bilanzregel lautet: Langfristig gebundenes Vermögen sollte durch langfristiges Kapital finanziert sein…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04320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4.2 Praxisfall: Musterbilanz „Bauer GmbH"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4.3 Reflexionsfragen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5.1 Transferaufgabe (30 Tage nach dem Seminar)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5.2 Selbstcheck nach 4 Wochen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DA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CD6F0"/>
                </a:solidFill>
                <a:latin typeface="Arial"/>
              </a:rPr>
              <a:t>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008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Arial"/>
              </a:rPr>
              <a:t>Was nehmen Sie mit?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463040"/>
            <a:ext cx="7315200" cy="27432"/>
          </a:xfrm>
          <a:prstGeom prst="rect">
            <a:avLst/>
          </a:prstGeom>
          <a:solidFill>
            <a:srgbClr val="335C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645920"/>
            <a:ext cx="11430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600">
                <a:solidFill>
                  <a:srgbClr val="E05B00"/>
                </a:solidFill>
                <a:latin typeface="Arial"/>
              </a:rPr>
              <a:t>▪  </a:t>
            </a:r>
            <a:r>
              <a:rPr sz="1800">
                <a:solidFill>
                  <a:srgbClr val="FFFFFF"/>
                </a:solidFill>
                <a:latin typeface="Arial"/>
              </a:rPr>
              <a:t>Transferaufgabe: Wenden Sie das Gelernte in den nächsten 14 Tagen bei einem konkreten Kunden an.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E05B00"/>
                </a:solidFill>
                <a:latin typeface="Arial"/>
              </a:rPr>
              <a:t>▪  </a:t>
            </a:r>
            <a:r>
              <a:rPr sz="1800">
                <a:solidFill>
                  <a:srgbClr val="FFFFFF"/>
                </a:solidFill>
                <a:latin typeface="Arial"/>
              </a:rPr>
              <a:t>Selbstcheck nach 4 Wochen: Was hat sich verändert?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30936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9AACC"/>
                </a:solidFill>
                <a:latin typeface="Arial"/>
              </a:rPr>
              <a:t>M01 · Bilanzlesen für Praktiker  ·  v0.4  ·  Benedikt Zoller Coaching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