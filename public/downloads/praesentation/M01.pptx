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M01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Bilanzlesen für Praktiker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HGB-Bilanzstruktur (Aktiv-/Passivseite) benennen und Positionen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GuV-Grundstruktur erklären und Ergebniskomponenten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Vier zentrale Bilanzkennzahlen (EK-Quote, Anlagendeckung I/II, Current Ratio) berechnen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eines KMU-Kunden interpretieren und Jahresabweichungen beschreiben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Aufbau des HGB-Jahresabschlusses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ist ein Jahresabschluss?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Lagebericht (§ 289 HGB): Lageeinschätzung des Managements, Risikobericht, Ausblick. Nur für mittelgroße und große Unternehmen verpflichtend.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Offenlegungspflichten und Größenklassen (§ 267 HGB)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Praxishinweis: Viele Ihrer KMU-Kunden sind „kleine" GmbHs – sie legen keine GuV offen. In diesen Fällen müssen Sie die GuV-Daten im Rahmen der Kreditwürdigkeitsprüfung nach § 18 KW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Größenklasse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Offenlegungspflicht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6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Verkürzte Bilanz, keine GuV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250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 + Anhang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Vollständig + Lagebericht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Bilanzstruktur: Mittelherkunft und -verwendung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Die Goldene Bilanzregel lautet: Langfristig gebundenes Vermögen sollte durch langfristiges Kapital finanziert sein (Fristenkongruenz). Eine Verletzung – z.B. kurzfristige Bankdarlehen zur Finanzierung von Maschinen –…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Bilanzierungswahlrechte und ihre Wirkung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Wahlrecht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Wirkung defensiv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Wirkung aggressiv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Herstellungskosten (§ 255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Vorräte, niedrige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Vorräte, hohe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GWG-Sofortabschreibung (§ 6 Abs. 2 EStG)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AfA, niedrigerer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Geringere AfA, höherer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 (§ 249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Rückstellungen, niedrigerer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Niedrigere Rückstellungen, höherer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Forderungsbewertung (§ 253 HGB)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Strenge Abwertung bei Zweifeln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Beibehaltung zweifelhafter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MODULINHALTE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Musterbilanz „Bauer GmbH"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Unternehmensportrait (anonymisiert, branchentypisch) Die Bauer GmbH ist ein mittelständischer Maschinenbauer aus Süddeutschland mit ca. 65 Mitarbeitern. Das Unternehmen produziert Sondermaschinen für die Lebensmittelbranche (Einzelfertigung und Kleinserie). Der Gesellschafter-Geschäftsführer führt das Unternehmen seit 18 Jahren. Die VR-Bank 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Welche der sechs Kennzahlen war Ihnen vor diesem Modul noch unklar?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Was ist der kritischste Befund in der Bauer GmbH-Analyse? Wie würden Sie ihn im Kundengespräch ansprechen?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Welcher Kunde in Ihrem Portfolio kommt Ihnen beim Blick auf die Bauer-Bilanz spontan in den Sinn?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Was werden Sie konkret in den nächsten 30 Tagen anders machen, wenn ein Jahresabschluss auf Ihrem Tisch liegt?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(30 Tage nach dem Seminar)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(30 Tage nach dem Seminar)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Auftrag: Analysieren Sie in den nächsten 30 Tagen den Jahresabschluss eines Kunden aus Ihrem Portfolio (anonymisiert). Füllen Sie das nachstehende Beobachtungsraster vollständig au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Ihre Antwort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 des Kunden (keine Eigennamen)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Größe: Umsatz (ca.), Bilanzsumme (ca.)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Verwendeter Abschluss: Jahr, Rechtsform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EBIT-Marge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KDCG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II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Auffälligkeit identifiziert?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Falls Ja: Welche Auffälligkeit?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 Kundengespräch angesprochen?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 / noch nicht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Reaktion des Kunden (kurze Notiz)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 CRM dokumentiert (§ 18 KWG)?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Feedback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Skala: 4 = trifft voll zu, 1 = trifft nicht zu | Auswertung: 17–20 Punkte: Transfer gelungen · 12–16: Einzelne Lücken · &lt; 12: Modul wiederholen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berechne bei jedem neuen Jahresabschluss mindestens EK-Quote und EBIT-Marge.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nutze das Kennzahlen-Referenzblatt als Hilfsmittel.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7-Schritte-Checkliste mindestens einmal vollständig angewendet.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kann kritische Kennzahlen im Kundengespräch sachlich ansprechen.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meine Bilanzanalyse vollständig im CRM dokumentiert.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Coenenberg, A. G., Haller, A. &amp; Schultze, W. (2021). Jahresabschluss und Jahresabschlussanalyse (26. Aufl.). Schäffer-Poeschel. — Kap. 27–32 für Kennzahlenanalyse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Schierenbeck, H., Lister, M. &amp; Kirmsse, S. (2014). Ertragsorientiertes Bankmanagement (9. Aufl., Bd. 2). Springer Gabler. — Kap. 6 zu Kreditanalyse und Kapitaldienstfähigkeit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KfW Bankengruppe (2023). KfW-Mittelstandspanel 2023. KfW Research. — Aktuelle Benchmarkdaten für KMU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(Hrsg.). (2001). A taxonomy for learning, teaching, and assessing: A revision of Bloom's taxonomy of…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 (BaFin). (2021). Mindestanforderungen an das Risikomanagement (MaRisk). BaFin.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Coenenberg, A. G., Haller, A. &amp; Schultze, W. (2021). Jahresabschluss und Jahresabschlussanalyse: Betriebswirtschaftliche,…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Creditreform. (2023). Wirtschaftsreport Deutschland 2023: Branchenanalyse Maschinenbau. Creditreform Wirtschaftsforschung.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 involved in directed skill acquisition. University of…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KfW Bankengruppe. (2023). KfW-Mittelstandspanel 2023: Mittelstand im Wandel. KfW Research.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Knowles, M. S. (1975). Self-directed learning: A guide for learners and teachers. Association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Schierenbeck, H., Lister, M. &amp; Kirmsse, S. (2014). Ertragsorientiertes Bankmanagement (9. Aufl., Bd. 2): Risiko-Controlling und integrierte…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«Bilanzlesen für Praktiker»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M01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