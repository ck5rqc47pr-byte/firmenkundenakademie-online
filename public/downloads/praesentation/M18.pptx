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M18  ·  K-05 Digital &amp; Daten  ·  Sparringspartner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Trigger-Signale aus agree erkennen und proaktiv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Mindestens fünf Trigger-Ereignisse aus agree-Daten identifizieren und priorisieren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Datenqualität des CRM-Bestands analysieren und Lücken benennen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Reaktiven und trigger-basierten Vertrieb unterscheiden und erläutern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Drei Trigger-Typen hinsichtlich Vorlaufzeit und Wirksamkeit bewerten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Grundsätze der DSGVO-konformen Datennutzung im Vertriebskontext anwenden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Vom Zufallskontakt zum Signal-gesteuerten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Die drei Grundprinzipien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Typ 1: Transaktionale Trigger (aus agree-Kontodaten)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Typ 2: Ratingbasierte Trigger (aus Kreditakte / Frühwarnsystem)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Typ 3: Lebensereignisbasierte Trigger (aus CRM-Notizen, externen Quellen)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Datenqualitäts-Audit im eigenen Bestand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Was ist erlaubt – was nicht?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Verbundpartner-Einwilligung: Pflichtcheck vor jeder Übergabe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Transparenz als Vertrauensmoment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Meine Trigger-Bibliothek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Datenqualitäts-Audit (Top-10-Kunden)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Fachlich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M18 · Datengetriebener Vertrieb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