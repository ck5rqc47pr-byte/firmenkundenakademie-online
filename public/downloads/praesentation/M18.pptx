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M18  · 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94000"/>
            <a:ext cx="10972800" cy="20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Datengetriebener Vertrieb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89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016500"/>
            <a:ext cx="5207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4D5270"/>
                </a:solidFill>
                <a:latin typeface="Georgia"/>
              </a:rPr>
              <a:t>Trigger-Signale aus agree erkennen und proaktiv nutzen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016500"/>
            <a:ext cx="254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207000"/>
            <a:ext cx="2540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Sparringspartner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5016500"/>
            <a:ext cx="2667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07000"/>
            <a:ext cx="2667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90 Min.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3175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0" y="889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0" y="939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952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Mindestens fünf Trigger-Ereignisse aus agree-Daten identifizieren und priorisieren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0" y="1587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4000" y="1638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1651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Datenqualität des CRM-Bestands analysieren und Lücken benennen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0" y="2286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000" y="23368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349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Reaktiven und trigger-basierten Vertrieb unterscheiden und erläutern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0" y="2984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000" y="3035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3048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Drei Trigger-Typen hinsichtlich Vorlaufzeit und Wirksamkeit bewerten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4000" y="3683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4000" y="3733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746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Grundsätze der DSGVO-konformen Datennutzung im Vertriebskontext anwenden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VOM ZUFALLSKONTAKT ZUM SIGNAL-GESTEUERTEN VERTRIEB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Vom Zufallskontakt zum Signal-gesteuerten Vertrieb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Daten in agree erzählen Geschichten — man muss sie nur lesen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VOM ZUFALLSKONTAKT ZUM SIGNAL-GESTEUERTEN VERTRIEB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889000"/>
            <a:ext cx="381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Kernaussage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Reaktiver vs. trigger-basierter Vertrieb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825750"/>
            <a:ext cx="5207000" cy="2857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Reaktiv: Der Kunde ruft an, weil er ein Problem hat. Trigger-basiert: Sie rufen an, weil Sie sehen, dass ein Problem entstehen könnte — oder eine Chance.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825750"/>
            <a:ext cx="4851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1F2B56"/>
                </a:solidFill>
                <a:latin typeface="Courier New"/>
              </a:rPr>
              <a:t>Mitnahme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3041650"/>
            <a:ext cx="4851400" cy="2667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Agree liefert täglich Signale: Kontokorrentauslastung, Zahlungseingänge, ablaufende Zinsbindungen, neue Zahlungsverbindungen. Wer sie liest, hat immer einen Gesprächsanlass.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FÜNF TRIGGER-TYPEN DIE SIE KENNEN MÜSSEN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Fünf Trigger-Typen die Sie kennen müssen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Mit Vorlaufzeit und Wirksamkeit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 · FÜNF TRIGGER-TYPEN DIE SIE KENNEN MÜSSEN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Trigger-Signale aus agree — priorisiert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Zinsbindungsauslauf: 6–12 Monate Vorlaufzeit → Prolongationsgespräch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KK-Auslastung &gt; 80 %: Sofortiger Handlungsbedarf → Kreditgespräch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Neue Zahlungsverbindung: Kontoverbindung zu Mitbewerber → Gespräch suchen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Jahresabschluss steht aus: Checkliste anstoßen, § 18 KWG sichern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Umsatzeinbruch &gt; 20 %: Frühwarnsignal → proaktiv nachfragen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DSGVO-KONFORM ARBEITEN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DSGVO-konform arbeiten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Was erlaubt ist — was nicht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DSGVO-KONFORM ARBEITEN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Drei Grundsätze der datenschutzkonformen Nutzung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Zweckbindung: Daten nur für die Zwecke nutzen, die der Kunde kennt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Verhältnismäßigkeit: Nur die Daten auswerten, die wirklich relevant sind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Transparenz: Kunden können fragen, welche Daten genutzt werden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Praxisregel: Wenn Sie unsicher sind, fragen Sie den Datenschutzbeauftragten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DSGVO-KONFORM ARBEITEN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Ihr Auftrag: Trigger-Dashboard einrichten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Frühwarnbericht aus agree für Ihren Bestand abrufen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Fünf Kunden mit aktiven Signalen identifizieren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Für jeden: Welcher Trigger? Welche Aktion? Bis wann?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Terminkalender: Zwei Kontakte in dieser Woche auslösen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Ende · v0.4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2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953000"/>
            <a:ext cx="5715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Modul «Datengetriebener Vertrieb» auf FKB Campus — 5 Lernziele,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4953000"/>
            <a:ext cx="2413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5156200"/>
            <a:ext cx="24130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[Name · Kontakt]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4953000"/>
            <a:ext cx="2184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156200"/>
            <a:ext cx="21844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M18 · Sparringspartner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