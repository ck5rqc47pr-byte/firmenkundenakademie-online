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Geschäftsmodell &amp; Strategie bewerten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Strategische Unternehmensanalyse als Kern der Kreditwürdigkeitsbeurteilung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Analyseinstrumente (Five Forces, Business Model Canvas, SWOT) auf ein KMU-Fallbeispiel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Stärken, Schwächen und strategische Abhängigkeiten eines Unternehmens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Risikofaktoren (Klumpenrisiken, Nachfolge, Wettbewerbsdruck) von Stabilitätssignalen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strategische Position eines Unternehmens hinsichtlich seiner mittelfristigen Kreditwürdigkeit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Befunde strukturiert in einer Kreditvorlage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Porters generische Wettbewerbsstrategien (Kostenführerschaft, Differenzierung, Fokus) identifizieren und das Stuck-in-the-Middle-Risiko eines KMU beurteilen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Theoretischer Hintergrund: Warum Strategie zur Kreditwürdigkeit gehört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BILANZBILD ZUM ZUKUNFTSURTEIL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DREI-EBENEN-MODELL DER QUALITATIVEN KREDITWÜRDIGKEITSANALYSE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vollständige qualitative Unternehmensanalyse umfasst drei Ebenen: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Analyse-Ebenen der qualitativen Kreditwürdigkeitsanalys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1: Branchenanalyse mit Porter's Five Forces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GRUNDPRINZIP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fünf Kräfte im Überblick: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EINSCHRÄNKUNGEN UND VERWENDUNGSREGELN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1b: Generische Wettbewerbsstrategien und das Stuck-in-the-Middle-Risiko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GRUNDSTRATEGIEN NACH PORTER (1980)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vierte Option gibt es laut Porter (1980) nicht — ein Unternehmen, das keine klare Strategie wählt, hat keine.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STUCK-IN-THE-MIDDLE-PROBLEM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Warum das für Kreditberater relevant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Warnsignale für Stuck in the Middle im Kundengespräch: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Antwort auf die Frage: „Was ist Ihr Alleinstellungsmerkmal — und wofür bezahlen Ihre Kunden gerne mehr?"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Preisdruck von günstigeren Wettbewerbern und Qualitätsdruck von Premiumanbietern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Rückläufige Marge trotz stabilem Umsatz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in beide Richtungen: gleichzeitig Kostenoptimierung und Qualitätsausbau ohne klare 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GF-Aussagen wie: „Wir machen alles — wir sind flexibel"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Stuck in the Middle und der Haller-Fall: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Wettbewerbsstrategie-Matrix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 *(Vertiefung / Selbststudium)*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GRUNDSTRUKTUR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Gruppe A – Ertragsstabilität (rechte Canvas-Seite)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Gruppe B – Kostenstruktur &amp; Abhängigkeiten (linke Canvas-Seite)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3: SWOT als Kreditrisikofilter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VON DER STRATEGISCHEN SWOT ZUR RISIKOKLASSIFIZIERUNG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Kreditrelevante SWOT-Lesart: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Kritische Hinweise zur SWOT im Kreditkontext (nach Welge &amp; Al-Laham, 2012):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Faktoren erscheinen formal gleichwertig — Berater müssen aktiv gewichten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Subjektive Unternehmersicht dominiert; externe Verifikation (z. B. Branchendaten) ist nötig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SWOT liefert ein Lagebild, keine Prognose; strategische Dynamik muss separat eingeschätzt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4: Strategische Ressourcenstärke (Resource-based 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Beispiele kreditrelevanter VRIN-Ressourcen im Mittelstand: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Spezialisiertes Know-how mit langjähriger Entwicklungszeit (schwer zu kopieren)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Exklusivlieferantenverträge oder Zulassungen (selten, nicht substituierbar)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Langfristige Kundenbeziehungen mit Wechselkosten auf Kundenseite (wertvoll, nicht imitierbar)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Qualifizierte Fachkräfte mit spezifischer Expertise (Schlüsselpersonenrisiko = Kehrseite)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Präzisionswerk Haller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UNTERNEHMENSPORTRAIT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Kennzahlen Geschäftsjahr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*Branchenbenchmark: VDMA Maschinenbau-Statistik 2024; zeb-Mittelstandsstudie 2023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Strategische Ausgangssituation: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Drei Hauptkunden, einer davon (Maschinenbaukonzern aus Baden-Württemberg) stellt 60 % des Jahresumsatzes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Export; 100 % Inlandsgeschäft, keine Internationalisierungsstrategie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Geschäftsführer Andreas Haller (63 Jahre) ist alleiniger GF und Gesellschafter; kein Nachfolger identifiziert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Zwei asiatische Wettbewerber (Taiwan, China) sind seit 2023 aktiv in den deutschen Markt eingetreten und bieten vergleichbare Teile zu 15–20 % niedrigeren Preisen an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Maschinen- und Anlagenpark: Durchschnittsalter 9 Jahre; zuletzt größere Investition 2019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Mitarbeiterstamm: 12 langjährige Facharbeiter (Durchschnittsalter 51 Jahre), kein Ausbildungsprogramm aktiv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Kreditanfrage: Betriebsmittelkredit 800 TEUR zur Überbrückung eines vorübergehenden Liquiditätsengpasses; Laufzeit 3 Jahre.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FIVE FORCES — BRANCHENANALYSE PRÄZISIONSWERK HALLER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STRATEGISCHE RED-FLAG-CHECKLISTE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QUANTITATIVE UNTERSTÜTZUNGSKENNZAHLEN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Nehmen Sie sich nach dem Modul 10 Minuten Zeit für folgende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Ihrer aktuellen Kunden würden Sie bei einer SWOT-Analyse das größte Klumpenrisiko vermuten? Was würden Sie in einem 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Frameworks (Five Forces, Business Model Canvas, SWOT) finden Sie für Ihre Praxis am unmittelbar anwendbarsten — und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Haben Sie in den letzten 12 Monaten einen Kunden erlebt, bei dem strategische Warnsignale in der Kreditanalyse übersehen wurden? Was hätte eine qualitative Analyse ergeben?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das qualitative Krediturteil zur Haller GmbH einem skeptischen Kreditausschuss überzeugend vertreten?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