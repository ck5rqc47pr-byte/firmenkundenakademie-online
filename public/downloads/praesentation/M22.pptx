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M21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Kreditentscheidung treffen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Halbtag (4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strukturierte Kreditanalyse anhand des 8-Felder-Frameworks selbstständig durchführen und MaRisk-konform dokumentieren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Quantitative und qualitative Risikofaktoren eines Kreditantrags systematisch analysieren und nach Relevanz gewichten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begründete Kreditempfehlung bewerten, entscheiden und vor dem Kreditausschuss vertreten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EINE GUTE KREDITENTSCHEIDUNG BRAUCHT EIN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Eine gute Kreditentscheidung braucht ein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8-Felder-Framework für strukturierte Analyse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8-FELDER-FRAMEWORK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Acht Felder — eine vollständige 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1: Zweck &amp; Verwendung — Wofür wird das Geld gebraucht?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2: Rückzahlungsquelle — Reicht der Cashflow?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3: Kapitalstruktur — Wie stabil ist die Basis?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4: Managementqualität — Wem vertrauen wir?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5: Branchenpositionierung — Wie ist die Marktlage?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6: Sicherheiten — Was ist verwertbar?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Feld 7: Konditionen — Risikogerecht bepreist?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DIE RÜCKZAHLUNGSQUELLE IST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Die Rückzahlungsquelle ist 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Feld 2: Cashflow-Analyse in der Praxis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DIE RÜCKZAHLUNGSQUELLE IST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Sicherheiten sind das letzte Mittel — Cashflow ist die erste Frage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Bank, die primär auf Sicherheiten schaut, wird irgendwann Verwertungsexpertin. Die bessere Frage: Kann dieses Unternehmen den Kredit aus seinem operativen Cashflow zurückzahlen — auch wenn es schlechter läuft als geplant?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KDCG ≥ 1,20 ist der Mindeststandard. Der 'Stresstest': Was passiert, wenn der Umsatz 15 % fällt?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VON DER ANALYSE ZUR ENTSCHEIDUNGSVORLAGE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Von der Analyse zur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MaRisk-konform und überzeugend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Struktur einer Kreditvorlage nach MaRisk BTO 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Zusammenfassung: Empfehlung auf einen Blick — am Anfang, nicht am Ende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Kreditnehmer: Unternehmen, Eigentümer, Konzernstruktur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Kreditwürdigkeitsanalyse: 8 Felder, quantitativ + qualitativ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Sicherheitenkonzept: Art, Wert, Verwertbarkeit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Votum: Bewilligung / Ablehnung / Auflagen — mit Begründung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Entscheidungspsychologie: Wie der Ausschuss wirklich entscheidet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Rahmen-Effekt: Wie wird das Risiko präsentiert?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Verfügbarkeitsheuristik: Letzte Erfahrungen prägen die Einschätzung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Confirmation Bias: Ausschuss sucht Bestätigung der Empfehlung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Konsequenz: Klare Empfehlung zuerst — dann Begründung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VON DER ANALYSE ZUR ENTSCHEIDUNGSVORLAGE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Metallbau Schnell GmbH, Heilbronn — Kreditentscheidung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Investitionskredit 1,4 Mio. EUR für neue Fertigungsanlage. 3-Jahres-Vergleich liegt vor: Umsatz stabil, EBIT-Marge von 6,8 % auf 4,2 % gefallen, EK-Quote 24 %. GF erklärt Rückgang mit Einmaleffekten. Ihre Aufgabe: 8-Felder-Analyse + Kreditempfehlung.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(2001). A taxonomy for learning, teaching, and assessing. Longman.</a:t>
            </a:r>
          </a:p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Barney, J. (1991). Firm resources and sustained competitive advantage. Journal of Management, 17(1), 99–120.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BVR. (2024). Jahrbuch der deutschen Volksbanken und Raiffeisenbanken 2024. BVR.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activities. UC Berkeley.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Grant, R. M. (2016). Contemporary Strategy Analysis (9. Aufl.). Wiley.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Industries. Free Press.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Macharzina, K. &amp; Wolf, J. (2018). Unternehmensführung (9. Aufl.). Springer Gabler.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Osterwalder, A. &amp; Pigneur, Y. (2010). Business Model Generation. Wiley.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(1979). How competitive forces shape strategy. Harvard Business Review, 57(2), 137–145.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Welge, M. K. &amp; Al-Laham, A. (2012). Strategisches Management (6. Aufl.). Springer Gabler.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Wernerfelt, B. (1984). A resource-based view of the firm. Strategic Management Journal, 5(2), 171–180.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«Kreditentscheidung treffen»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M21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