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M21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Kreditentscheidung treffen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Strukturierte Kreditanalyse und überzeugende Entscheidungsvorlage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Sparringspartner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Halbtag (4 Stunden)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strukturierte Kreditanalyse anhand des 8-Felder-Frameworks selbstständig durchführen und MaRisk-konform dokumentieren (Bloom 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Quantitative und qualitative Risikofaktoren eines Kreditantrags systematisch analysieren und nach Relevanz gewichten (Bloom 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begründete Kreditempfehlung bewerten, entscheiden und vor dem Kreditausschuss vertreten (Bloom 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Kreditvorlagen Dritter kritisch prüfen und Verbesserungspotenziale benennen (Bloom 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EINE GUTE KREDITENTSCHEIDUNG BRAUCHT EIN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Eine gute Kreditentscheidung braucht ein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Das 8-Felder-Framework für strukturierte Analyse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DAS 8-FELDER-FRAMEWORK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Acht Felder — eine vollständige Analyse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Feld 1: Zweck &amp; Verwendung — Wofür wird das Geld gebraucht?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Feld 2: Rückzahlungsquelle — Reicht der Cashflow?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Feld 3: Kapitalstruktur — Wie stabil ist die Basis?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Feld 4: Managementqualität — Wem vertrauen wir?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Feld 5: Branchenpositionierung — Wie ist die Marktlage?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Feld 6: Sicherheiten — Was ist verwertbar?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Feld 7: Konditionen — Risikogerecht bepreist?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DIE RÜCKZAHLUNGSQUELLE IST ALLES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Die Rückzahlungsquelle ist alles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Feld 2: Cashflow-Analyse in der Praxis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DIE RÜCKZAHLUNGSQUELLE IST ALLES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Sicherheiten sind das letzte Mittel — Cashflow ist die erste Frage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825750"/>
            <a:ext cx="5207000" cy="2857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Bank, die primär auf Sicherheiten schaut, wird irgendwann Verwertungsexpertin. Die bessere Frage: Kann dieses Unternehmen den Kredit aus seinem operativen Cashflow zurückzahlen — auch wenn es schlechter läuft als geplant?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825750"/>
            <a:ext cx="4851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F2B56"/>
                </a:solidFill>
                <a:latin typeface="Courier New"/>
              </a:rPr>
              <a:t>Mitnahme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3041650"/>
            <a:ext cx="4851400" cy="2667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KDCG ≥ 1,20 ist der Mindeststandard. Der 'Stresstest': Was passiert, wenn der Umsatz 15 % fällt?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VON DER ANALYSE ZUR ENTSCHEIDUNGSVORLAGE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Von der Analyse zur Entscheidungsvorlage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MaRisk-konform und überzeugend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VON DER ANALYSE ZUR ENTSCHEIDUNGSVORLAGE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Struktur einer Kreditvorlage nach MaRisk BTO 1.1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Zusammenfassung: Empfehlung auf einen Blick — am Anfang, nicht am Ende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Kreditnehmer: Unternehmen, Eigentümer, Konzernstruktur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Kreditwürdigkeitsanalyse: 8 Felder, quantitativ + qualitativ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Sicherheitenkonzept: Art, Wert, Verwertbarkeit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Votum: Bewilligung / Ablehnung / Auflagen — mit Begründung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VON DER ANALYSE ZUR ENTSCHEIDUNGSVORLAGE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Entscheidungspsychologie: Wie der Ausschuss wirklich entscheidet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Rahmen-Effekt: Wie wird das Risiko präsentiert?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Verfügbarkeitsheuristik: Letzte Erfahrungen prägen die Einschätzung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Confirmation Bias: Ausschuss sucht Bestätigung der Empfehlung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Konsequenz: Klare Empfehlung zuerst — dann Begründung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45000" cy="6858000"/>
          </a:xfrm>
          <a:prstGeom prst="rect">
            <a:avLst/>
          </a:prstGeom>
          <a:solidFill>
            <a:srgbClr val="C8A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0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6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8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01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14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27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39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65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7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90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03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5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1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4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66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79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04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17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30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42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5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68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381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93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06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90999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31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44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457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69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82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95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08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20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33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546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558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71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84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09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22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5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7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0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73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400" y="6477000"/>
            <a:ext cx="419099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3A2A0A"/>
                </a:solidFill>
                <a:latin typeface="Courier New"/>
              </a:rPr>
              <a:t>Praxisfall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VON DER ANALYSE ZUR ENTSCHEIDUNGSVORLAGE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6000" y="1016000"/>
            <a:ext cx="6731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6000" y="1244600"/>
            <a:ext cx="6731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Metallbau Schnell GmbH, Heilbronn — Kreditentscheidung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26000" y="2984500"/>
            <a:ext cx="6731000" cy="3429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Investitionskredit 1,4 Mio. EUR für neue Fertigungsanlage. 3-Jahres-Vergleich liegt vor: Umsatz stabil, EBIT-Marge von 6,8 % auf 4,2 % gefallen, EK-Quote 24 %. GF erklärt Rückgang mit Einmaleffekten. Ihre Aufgabe: 8-Felder-Analyse + Kreditempfehlung.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63600"/>
            <a:ext cx="5080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A0AACC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F8F8FA"/>
                </a:solidFill>
                <a:latin typeface="Georgia"/>
              </a:rPr>
              <a:t>Quellen.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3A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17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Anderson, L. W., &amp; Krathwohl, D. R. (Hrsg.). (2001). A taxonomy for learning, teaching, and assessing: A revision of Bloom's taxonomy of…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800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Becker, H. P. (2019). Investition und Finanzierung: Grundlagen der betrieblichen Finanzwirtschaft (8. Aufl.). Springer Gabler.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2829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Becker, H.P. &amp; Peppmeier, A. (2018). Bankbetriebslehre (11. Aufl.). Kiehl.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655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Bundesanstalt für Finanzdienstleistungsaufsicht. (2023). Mindestanforderungen an das Risikomanagement (MaRisk): Rundschreiben 10/2012 (BA)…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2481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Bundesministerium der Justiz. (2006). Beleihungswertermittlungsverordnung (BelWertV) vom 12. Mai 2006. BGBl. I, 1335.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730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Dreyfus, H. L., &amp; Dreyfus, S. E. (1980). A five-stage model of the mental activities involved in directed skill acquisition. Operations…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213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Gleißner, W. (2017). Grundlagen des Risikomanagements: Mit fundierten Informationen zu besseren Entscheidungen (3. Aufl.). Vahlen.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6959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Kahneman, D. (2011). Thinking, fast and slow. Farrar, Straus and Giroux. [Deutsche Ausgabe: Schnelles Denken, langsames Denken. Siedler,…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785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Perridon, L., Steiner, M., &amp; Rathgeber, A. (2017). Finanzwirtschaft der Unternehmung (17. Aufl.). Vahlen.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2317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Porter, M. E. (1980). Competitive strategy: Techniques for analyzing industries and competitors. Free Press.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28003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Schierenbeck, H., Lister, M., &amp; Kirmße, S. (2014). Ertragsorientiertes Bankmanagement: Risiko-Controlling und Risiko-Management (Bd. 2, 9.…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32829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Kirkpatrick, D. L. (1994). Evaluating Training Programs: The Four Levels. Berrett-Koehler.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37655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Kolb, D. A. (1984). Experiential learning: Experience as the source of learning and development. Prentice Hall.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42481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Schön, D. A. (1983). The reflective practitioner: How professionals think in action. Basic Books.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0" y="4730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Stiglitz, J.E. &amp; Weiss, A. (1981). Credit rationing in markets with imperfect information. American Economic Review, 71(3), 393–410.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0" y="52133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zeb. (2022). KMU-Lending Report: Herausforderungen und Chancen im deutschen Mittelstandskreditgeschäft. zeb/rolfes.schierenbeck.associates.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«Kreditentscheidung treffen» auf FKB Campus — 4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[Name · Kontakt]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M21 · Sparringspartner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