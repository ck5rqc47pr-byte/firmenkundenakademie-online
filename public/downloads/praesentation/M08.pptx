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M08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Immobilien &amp; Projektfinanzierung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Bauträger, Bestandshalter und Projektentwickler professionell begleiten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360 Min.)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Kundentypologien (Bestandshalter, Bauträger, Projektentwickler) anhand Geschäftsmodell und Risikoprofil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Beleihungswert nach BelWertV (Ertragswert- und Sachwertverfahren) berechnen und kreditpraktisch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LTV, DSCR, ICR und Nettoanfangsrendite berechnen und interpretieren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Risikofelder einer Bauträgerfinanzierung analysieren, gewichten und Risikominderungsmaßnahmen benennen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 Basis einer vollständigen Projektanalyse eine strukturierte Kreditempfehlung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DREI KUNDEN — DREI VÖLLIG VERSCHIEDENE RISIKEN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Drei Kunden — drei völlig verschiedene Risiken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Bestandshalter, Bauträger und Projektentwickler richtig einordnen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DREI KUNDEN — DREI VÖLLIG VERSCHIEDENE RISIKEN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Kundentypologie Immobilienfinanzierung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Geschäftsmodell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Hauptrisiko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Bankperspektive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Bestandshalter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Mieteinnahmen auf Dauer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Leerstand, Zinsänderung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Solide, planbar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Bauträger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 &amp; Verkauf von Einheiten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Vorfinanzierung, Absatz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Projektentwickler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Entwicklung &amp; Exit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Genehmigung, Markt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Komplex, erfahrungs­abhängig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EINE IMMOBILIE WIRKLICH WERT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eine Immobilie wirklich wert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Beleihungswert ≠ Marktwert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WAS EINE IMMOBILIE WIRKLICH WERT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Beleihungswert ist ein Stresstest — kein Gutachten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Beleihungswert nach BelWertV schätzt, was die Immobilie langfristig und nachhaltig erbringt — nicht was am Markt gerade gezahlt wird. Er ist bewusst konservativ.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Praxisregel: Beleihungswert liegt oft 15–25 % unter dem Marktwert. LTV-Grenzen: 60 % Realkreditgrenze, 80 % mögliche Ausnahme mit Risikoaufschlag.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VIER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vier Kennzahlen, die entscheiden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LTV, DSCR, ICR, Nettoanfangsrendite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DIE VIER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Kennzahlen-Set für die Immobilienfinanzierung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LTV (Loan-to-Value) = Kredit ÷ Beleihungswert → Ziel ≤ 60–70 %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DSCR (Debt Service Coverage Ratio) = NOI ÷ Schuldendienst → Ziel ≥ 1,20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ICR (Interest Coverage Ratio) = NOI ÷ Zinsen → Ziel ≥ 1,50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Nettoanfangsrendite = Nettomieteinnahmen ÷ Kaufpreis → Benchmark je Lage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BAUTRÄGERFINANZIERUNG: DIE HOHE SCHULE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Bauträgerfinanzierung: Die hohe Schule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Wenn alles vom Verkaufserfolg abhängt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BAUTRÄGERFINANZIERUNG: DIE HOHE SCHULE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Risikofelder der Bauträgerfinanzierung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Absatzrisiko: Was passiert, wenn 30 % der Einheiten unverkauft bleiben?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Baukostenrisiko: Materialpreise und Subunternehmer nicht kalkulierbar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Genehmigungsrisiko: Verzögerungen kosten Zinsen und Liquidität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Fertigstellungsrisiko: Insolvenz des Generalunternehmers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Schutzmaßnahme: Verkaufsquoten-Covenants (≥ 50–60 % vor Auszahlung)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BAUTRÄGERFINANZIERUNG: DIE HOHE SCHULE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Quartier Sonnenhalde — Bauträger Ravensburg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Bauträger plant 24 Eigentumswohnungen, Gesamtinvestition 9,8 Mio. EUR. Vorverkaufsquote bisher 42 %. Kreditantrag 6,5 Mio. EUR. Ihre Aufgabe: LTV und DSCR berechnen, Risikofelder gewichten, Kreditempfehlung formulieren.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«Immobilien &amp; Projektfinanzierung»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