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Branchenvertiefung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1081735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10817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Freie Berufe –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ABGRENZUNG: FREIER BERUF VS. GEWERBE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praktischen Konsequenzen für die Bankbeziehung: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§ 18 EStG; § 4 Abs. 3 EStG;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PRAXISRELEVANZ: EINZELPRAXIS, BERUFSAUSÜBUNGSGEMEINSCHAFT (BAG) UND MVZ IM 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bloße Abgrenzung „Freier Beruf vs. Gewerbe" greift in der Beratungspraxis zu kurz. Entscheidend für die Kreditanalyse ist auch die Organisationsform, in der der Heilberuf ausgeübt wird: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den Berater – Daumenregel: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Einzelpraxis: Standardvorgehen gemäß M07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MVZ: Spezialisten einbinden (DZ BANK Corporate Finance oder internen gewerblichen Spezialisten) – das ist keine klassische Freiberufler-Finanzierung mehr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EÜR VS. BILANZ: WAS DER BERATER WISSEN MUSS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Praxisbewertung und Finanzierungsstruktur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PRAXISÜBERNAHME VS. PRAXISGRÜNDUNG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Bewertungsverfahren nach IDW S5: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Substanzwert: 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Modifizierte Ertragswertmethode (IDW S5):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Durchschnittlicher Jahresüberschuss (Ø 3 Jahre)     EUR 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Unternehmerlohn (arztspezifischer Fixbetrag)     EUR 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Risikoabschlag (Zulassungsrisiko, Inhaberabhängigkeit) ca. 20–30 %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= Nachhaltiger Jahresertrag                          EUR 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× Kapitalisierungsfaktor (ca. 2,0–3,5×, je nach Fach/Lage)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= Ideeller Praxiswert (Goodwill)                     EUR 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Praxiswert gesamt = Substanzwert + Goodwill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SPEZIFISCHE RISIKEN BEI HEILBERUFE-KUNDEN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Zulassungsrisiko: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Kassenarztzulassung und ihre Übertragbarkeit in der Nachfolge: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Regressrisiko: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Inhaberabhängigkeit: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Versorgungswerk statt gesetzliche Rentenversicherung: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Strukturrisiko MVZ-Konsolidierung: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SICHERHEITENKONZEPT BEI HEILBERUFE-FINANZIERUNGEN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§ 18 KWG (Offenlegungspflicht ab 750.000 EUR Kreditbetrag) ist zu beachten. Die gesamtschuldnerische Bonitätsanalyse bei Praxisübernahmen folgt MaRisk BTO 1.2.1 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 SCHWÄBISCH HALL: PRAXISIMMOBILIEN UND TILGUNGSAUSSETZUNGSMODELL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Tilgungsaussetzungsmodell (Vorfinanzierung mit Bausparvertrag):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Vorteile für den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Kaufpreisverhandlung: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 (Einrichtung, Geräte): 160.000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(vereinbart, auf Basis IDW S5): 220.000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Gesamtkaufpreis: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Finanzdaten der Praxis (letzte 3 Jahre, EÜR Dr. Schmidt):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Durchschnittlicher Jahresüberschuss: 303.333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Finanzierungsbedarf: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Praxiskauf: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 (Warenlager, Anlaufkosten): 30.000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Modernisierung Röntgenanlage: 25.000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Gesamtbedarf: 435.000 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Heilberufe-Erstgespräch (15 Punkte)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 Sie diese Checkliste zur Vorbereitung und Strukturierung von Erstgesprächen mit Heilberufe-Kunden.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 &amp; Zulassung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1. Zulassungsart: GKV-Zulassung, Privatarzt, MVZ-Anstellung?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2. KV-Bezirk und Versorgungsgebiet – überversorgt oder Mangelgebiet?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3. Berufsbezeichnung und Kammerzugehörigkeit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4. Einzelpraxis oder BAG/Gemeinschaftspraxis? → Bei Berufsausübungsgemeinschaft (BAG): Gesellschaftsvertrag anfordern; Sicherheitenkonzept und Bonitätsprüfung gelten für alle 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5. Umsatzsteuer-Status klären 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Einkommenssituation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6. Einnahmenquellen: GKV-Anteil / PKV-Anteil / Selbstzahler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7. EÜR letzter 3 Jahre + Steuerbescheide anfordern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8. Rückstände oder laufende Regressverfahren erfragen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9. Betriebsausgaben auf Plausibilität prüfen (Personalquote, Mietquote)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Informationen fehlen Ihnen typischerweise beim ersten Gespräch mit einem Heilberufe-Kunden, und wie würden Sie diese strukturiert erfragen?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Arzt zeigt eine EÜR mit 500.000 EUR Betriebseinnahmen und 350.000 EUR Betriebsausgaben. Was müssen Sie zusätzlich zum Jahresüberschuss wissen, um eine fundierte Kreditentscheidung treffen zu können?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