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mit einem KMU-Kunden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gezielte Analysefragen 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konstruktiv aufgreifen und das Gespräch produktiv weiterführen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Watzlawick, Beavin und Jackson (1967) zeigen: Jede Aussage enthält neben dem Sachinhalt eine Beziehungsbotschaft. Eine sachlich neutrale Aussage kann auf der Beziehungsebene als Vorwurf ankommen: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 – Eröffnung (ca. 10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