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M04  ·  K-01 Finanzanalyse &amp; Kreditexpertise  · 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Frühwarnsignale erkennen, bewerten und eskalieren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v1.2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Drei Kreditrisikoarten (Ausfall-, Migrations-, Konzentrationsrisiko) benennen und praxisrelevante Beispiele nennen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Unterschied zwischen qualitativen und quantitativen Frühwarnindikatoren erklären und Signale zuordnen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Ampelcheckliste auf einen Fallstudienfall anwenden und Kunden in Risikoklasse klassifizieren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Kontokorrentbewegungen und Kennzahlenentwicklungen analysieren und geeigneten Eskalationspfad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Kreditrisiko – Grundbegriffe und Bedeutung für den Berater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Die vier Krisenphasen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Frühwarnindikatoren – Quantitativ und Qualitativ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Ampel-Checkliste: Gesamtbewertung Kreditrisiko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Eskalationspfade – Wer handelt wann?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Transferaufgabe (4 Wochen nach Seminar)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Selbstcheck nach 4 Wochen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M04 · Kreditrisikofrüherkennung  ·  v1.2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