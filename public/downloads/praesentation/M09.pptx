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Arial"/>
              </a:rPr>
              <a:t>M09  ·  K-02 Branchenwissen  ·  Stratege  ·  1 Tag + 3 Monatsrunden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rial"/>
              </a:rPr>
              <a:t>Branchenexperte werden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CCD6F0"/>
                </a:solidFill>
                <a:latin typeface="Arial"/>
              </a:rPr>
              <a:t>Systematischer Aufbau von Branchenexpertise im 3-Monats-Programm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21792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99AACC"/>
                </a:solidFill>
                <a:latin typeface="Arial"/>
              </a:rPr>
              <a:t>Trainer-Präsentation  ·  v0.4  ·  Benedikt Zoller Coaching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3DA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65760" y="868680"/>
            <a:ext cx="7315200" cy="27432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3200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003DA5"/>
                </a:solidFill>
                <a:latin typeface="Arial"/>
              </a:rPr>
              <a:t>LERNZIELE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5029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Arial"/>
              </a:rPr>
              <a:t>Was Sie nach diesem Modul können.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188720"/>
            <a:ext cx="1143000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Eine zugewiesene Branche anhand von Porter's Five Forces und PESTEL systematisch analysieren und Werttreiber sowie Risikofaktoren identifizieren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Wettbewerbsposition und strategische Optionen eines Firmenkundenunternehmens auf Basis der Branchenanalyse bewerten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Einen persönlichen 3-Monats-Plan zum Aufbau von Branchenexpertise für ein definiertes Zielsegment entwickeln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Relevante Informationsquellen für das Zielsegment analysieren und geeignete Quellen auswählen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Möglichkeiten zum Aufbau eines branchenspezifischen Expertennetzwerks bewerten und konkrete Vernetzungsschritte ableiten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003DA5"/>
                </a:solidFill>
                <a:latin typeface="Arial"/>
              </a:rPr>
              <a:t>▪  </a:t>
            </a:r>
            <a:r>
              <a:rPr sz="1600">
                <a:solidFill>
                  <a:srgbClr val="1A1A1A"/>
                </a:solidFill>
                <a:latin typeface="Arial"/>
              </a:rPr>
              <a:t>Ein strukturiertes Branchenportfolio als Dokumentationsinstrument für die Expertiseentwicklung entwickeln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Was unterscheidet den Branchenexperten?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Porter's Five Forces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PESTEL-Analyse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Kombination im Kundengespräch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Einstiegsfragen für Branchenanfänger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Wissensarbeit transparent machen – Gespräche in der Lernphase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A: Branchenanalyse – Five Forces Scoring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B: Mein 3-Monats-Expertiseplan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Arbeitsblatt C: Strukturiertes Branchengespräch – Protokollvorlage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Kick-off Workshop (Tag 1, 7,5 Stunden netto)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Monatsrunde 1 (+4 Wochen, 90 Minuten)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Monatsrunde 2 (+8 Wochen, 90 Minuten)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Monatsrunde 3 / Abschlusspräsentation (+12 Wochen, 90 Minuten)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Branchenportfolio – Mindestanforderungen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Praktisch (direkt anwendbar)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Methodisch (Kompetenzaufbau)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28600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Arial"/>
              </a:rPr>
              <a:t>Branchenwissen (beispielhaft, je nach Zielsegment zu ergänzen)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DA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05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365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>
                <a:solidFill>
                  <a:srgbClr val="CCD6F0"/>
                </a:solidFill>
                <a:latin typeface="Arial"/>
              </a:rPr>
              <a:t>PRAXISTRANSFER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008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Arial"/>
              </a:rPr>
              <a:t>Was nehmen Sie mit?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7315200" cy="27432"/>
          </a:xfrm>
          <a:prstGeom prst="rect">
            <a:avLst/>
          </a:prstGeom>
          <a:solidFill>
            <a:srgbClr val="335C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645920"/>
            <a:ext cx="11430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Transferaufgabe: Wenden Sie das Gelernte in den nächsten 14 Tagen bei einem konkreten Kunden an.</a:t>
            </a:r>
          </a:p>
          <a:p>
            <a:pPr>
              <a:spcBef>
                <a:spcPts val="400"/>
              </a:spcBef>
            </a:pPr>
            <a:r>
              <a:rPr sz="1600">
                <a:solidFill>
                  <a:srgbClr val="E05B00"/>
                </a:solidFill>
                <a:latin typeface="Arial"/>
              </a:rPr>
              <a:t>▪  </a:t>
            </a:r>
            <a:r>
              <a:rPr sz="1800">
                <a:solidFill>
                  <a:srgbClr val="FFFFFF"/>
                </a:solidFill>
                <a:latin typeface="Arial"/>
              </a:rPr>
              <a:t>Selbstcheck nach 4 Wochen: Was hat sich verändert?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3093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99AACC"/>
                </a:solidFill>
                <a:latin typeface="Arial"/>
              </a:rPr>
              <a:t>M09 · Branchenexperte werden  ·  v0.4  ·  Benedikt Zoller Coaching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