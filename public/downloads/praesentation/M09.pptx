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Porter's Five Forces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Kombination im Kundengespräch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Einstiegsfragen für Branchenanfänger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Zielbranche: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Wichtigste Erkenntnis aus dieser Analyse: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Zielsegment: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Kernmotivation (Warum diese Branche?):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Datum: _______________  Kunde/Unternehmen: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Branche: _______________  Berater: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wichtigstes Branchenlernen aus diesem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1. Branchenentwicklung laut Kunde: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2. Genannte Risiken/Belastungen: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3. Chancen oder Investitionsabsichten: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4. Eigene Einschätzung (Kreditrisiko, Beratungsansatz):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5. Nächste Aktion / Folgethema: _____________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