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M09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Branchenexperte werden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Systematischer Aufbau von Branchenexpertise im 3-Monats-Programm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+ 3 Monatsrunden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zugewiesene Branche anhand von Porter's Five Forces und PESTEL systematisch analysieren und Werttreiber sowie Risikofaktoren identifizieren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Wettbewerbsposition und strategische Optionen eines Firmenkundenunternehmens auf Basis der Branchenanalyse bewerten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Einen persönlichen 3-Monats-Plan zum Aufbau von Branchenexpertise für ein definiertes Zielsegment entwickeln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Relevante Informationsquellen für das Zielsegment analysieren und geeignete Quellen auswählen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Möglichkeiten zum Aufbau eines branchenspezifischen Expertennetzwerks bewerten und konkrete Vernetzungsschritte ableiten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0" y="4381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4000" y="4432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3000" y="4445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strukturiertes Branchenportfolio als Dokumentationsinstrument für die Expertiseentwicklung entwickeln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WAS EINEN BRANCHENEXPERTEN AUSMACHT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Was einen Branchenexperten ausmacht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Mehr als Zahlen — ein anderes Gespräch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WAS EINEN BRANCHENEXPERTEN AUSMACHT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Der Unterschied: Zahlen kennen vs. Branche verstehen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guter Analyst liest Zahlen. Ein Branchenexperte weiß, warum sie so aussehen — und was als nächstes kommt. Er spricht die Sprache des Unternehmers, nicht die des Kreditprüfers.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Folge: Kunden suchen das Gespräch. Cross-Selling entsteht von allein. Das Rating verbessert sich, weil der Berater Risiken früher erkennt.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BRANCHE ANALYSIEREN — IN 90 MINUTEN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Branche analysieren — in 90 Minuten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Porter's Five Forces + PESTEL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BRANCHE ANALYSIEREN — IN 90 MINUTEN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Porter's Five Forces: Fünf Fragen, ein Branchenbild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Branchenrivalität: Wer kämpft um denselben Kunden?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Substitution: Welche Technologie oder Lösung ersetzt das Produkt?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Neue Wettbewerber: Wie schwer ist der Markteintritt?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Lieferantenmacht: Können Preise diktiiert werden?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Kundenmacht: Wer hat die Verhandlungshoheit?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BRANCHE ANALYSIEREN — IN 90 MINUTEN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PESTEL: Die äußeren Kräfte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Politisch: Regulierung, Förderprogramme, Subventionen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Ökonomisch: Zinsen, Konjunktur, Rohstoffpreise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Sozial: Fachkräftemangel, Demografie, Kaufverhalten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Technologisch: Digitalisierung, KI, Automatisierung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Ökologisch: CO₂-Auflagen, ESG-Anforderungen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IHR 3-MONATS-PLAN ZUM BRANCHENEXPERTEN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Ihr 3-Monats-Plan zum Branchenexperten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Strukturiert. Realistisch. Messbar.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IHR 3-MONATS-PLAN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Monat 1: Wissen aufbauen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Eine Zielbranche wählen (wo sind Ihre größten Kunden?)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Branchenberichte lesen: KfW, Creditreform, IHK, Fachverband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Fünf Gespräche mit Kunden dieser Branche führen — zuhören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Fünf Forces für die gewählte Branche ausfüllen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IHR 3-MONATS-PLAN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Monat 2–3: Netzwerk und Sichtbarkeit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Branchenverbands-Veranstaltung besuchen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Einen Steuerberater der Branche als Kooperationspartner ansprechen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Fachpresse verfolgen: Google Alerts einrichten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Intern: Wissenstransfer — Erkenntnisse im Teammeeting teilen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Extern: Kurzes Fachgespräch bei Kunden platzieren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IHR 3-MONATS-PLAN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Ihr Auftrag: Jetzt starten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Zielbranche festlegen — heute, nicht 'irgendwann'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Ersten Analysebericht beschaffen (Bibliothek, IHK, kostenlos)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Zwei Kundengespräche für diese Woche einplanen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3-Monats-Plan schriftlich fixieren und mit Teamleiter besprechen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«Branchenexperte werden» auf FKB Campus — 6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M09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