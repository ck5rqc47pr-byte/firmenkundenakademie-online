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M06  · 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KMU-Kompetenz Grundlagen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Branchenwissen für den Firmenkundenberater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Berater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90–120 Min.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39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952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Schwellenwerte der IfM-Bonn- und EU-KMU-Definition korrekt nennen und aufzählen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87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38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3000" y="1651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Volkswirtschaftliche Bedeutung von KMU in Deutschland erläutern und Hausbank-Beziehung erklären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86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3368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2349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Typische Finanzierungsmuster, EK-Strukturen und Risikofelder von KMU beschreiben und abgrenzen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84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3035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3000" y="3048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Einen KMU-Kunden anhand des strukturierten 5-Fragen-Schemas einordnen und Branchencharakteristika zuordnen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WAS IST EIGENTLICH EIN KMU?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Was ist eigentlich ein KMU?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Zwei Definitionen — eine Praxisrealität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 · WAS IST EIGENTLICH EIN KMU?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KMU-Definition: IfM Bonn vs. EU-Kommission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15000" y="920750"/>
          <a:ext cx="58674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Kriterium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IfM Bonn (national)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EU-Kommission (regulatorisch)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Umsatz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≤ 50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≤ 50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Mitarbeiter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≤ 499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≤ 249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Rechtsform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Inhabergeführt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Unabhängig (&lt; 25 % Fremdbesitz)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 · WAS IST EIGENTLICH EIN KMU?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KMU in Zahlen: Der Rücken der Volkswirtschaft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99,4 % aller Unternehmen in Deutschland sind KMU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55 % aller sozialversicherungspflichtigen Arbeitsplätze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52 % der gesamten Bruttowertschöpfung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Die VR-Bank ist für diese Unternehmen meist die einzige Bankbeziehung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WARUM KMU ANDERS FUNKTIONIEREN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Warum KMU anders funktionieren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Fünf Typologien — fünf Beratungsansätze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 · WARUM KMU ANDERS FUNKTIONIEREN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Das Hausbank-Prinzip als Wettbewerbsvorteil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KMU haben weniger Bankbeziehungen als Großunternehmen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Vertrauen und persönliche Beziehung schlagen Konditionen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Hausbank kennt Geschäftsmodell, Familie, Pläne — Wettbewerb nicht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Risiko: Hausbank-Loyalität kann durch Fehler schnell verloren gehen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 · WARUM KMU ANDERS FUNKTIONIEREN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Finanzierung: KMU vs. Großunternehmen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KMU: 70–80 % Fremdkapital, kaum Kapitalmarkt-Zugang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Innenfinanzierung dominiert: Gewinneinbehalt ist wichtigste EK-Quelle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Sicherheiten oft begrenzt: Immobilien, Maschinen, Forderungen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Basel III / IV: Rating-Pflicht belastet KMU stärker als Konzerne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BRANCHE VERSTEHEN — KUNDEN BESSER BERATEN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Branche verstehen — Kunden besser beraten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Das 5-Fragen-Schema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BRANCHE VERSTEHEN — KUNDEN BESSER BERATEN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Fünf Fragen für jeden neuen Kunden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1. Welches Geschäftsmodell? (Produktion, Handel, Dienstleistung?)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2. Welcher Markt? (Regional, national, Export?)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3. Wer entscheidet? (Alleininhaber, Gesellschafter, Familienrat?)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4. Welche Abhängigkeiten? (Lieferanten, Kunden, Technologie?)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5. Welche Zukunftsfrage steht an? (Wachstum, Nachfolge, Exit?)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445000" cy="6858000"/>
          </a:xfrm>
          <a:prstGeom prst="rect">
            <a:avLst/>
          </a:prstGeom>
          <a:solidFill>
            <a:srgbClr val="C8A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5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8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50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3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76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88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101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114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127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139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152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165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77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90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203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215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228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241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54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266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79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292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04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317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330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342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355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368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381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93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406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90999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31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444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457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469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482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495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508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520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533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546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558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571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584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596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09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622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0" y="635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647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0" y="660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73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52400" y="6477000"/>
            <a:ext cx="4190999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3A2A0A"/>
                </a:solidFill>
                <a:latin typeface="Courier New"/>
              </a:rPr>
              <a:t>Praxisfall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BRANCHE VERSTEHEN — KUNDEN BESSER BERATEN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26000" y="1016000"/>
            <a:ext cx="6731000" cy="20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Praxisfall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26000" y="1244600"/>
            <a:ext cx="6731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Bergmann Holzmanufaktur GmbH &amp; Co. KG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26000" y="2984500"/>
            <a:ext cx="6731000" cy="3429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Familienunternehmen, 3. Generation, 28 MA. Spezialmöbel für Hotellerie. Inhaber möchte investieren, ist aber unsicher wegen Fachkräftemangel und Rohstoffpreisen. Ihre Aufgabe: 5-Fragen-Schema anwenden und Beratungsansatz ableiten.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BRANCHE VERSTEHEN — KUNDEN BESSER BERATEN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Ihr Auftrag: Drei Kunden neu einordnen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Drei KMU aus dem Portfolio nehmen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5-Fragen-Schema für jeden ausfüllen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Lücken identifizieren: Was wissen Sie noch nicht?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Welche Branchenfrage könnten Sie beim nächsten Gespräch stellen?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«KMU-Kompetenz Grundlagen» auf FKB Campus — 4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Trainer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[Name · Kontakt]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M06 · Berater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