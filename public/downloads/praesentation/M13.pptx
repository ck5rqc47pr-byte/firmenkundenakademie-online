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M13  ·  K-04 Vertrieb &amp; Ertragsoptimierung  ·  Berater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Cross-Selling systematisch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v0.3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Den Unterschied zwischen reaktivem und systematisch-bedarfsorientiertem Cross-Selling erklären und begründen, warum der zweite Ansatz nachhaltiger ist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Cross-Selling-Potenziale in einem gegebenen Kundenprofil anhand der Wallet-Share-Methodik identifizieren und die zwei vielversprechendsten Ansatzpunkte benennen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Den 4-Schritte-Cross-Selling-Prozess (Analyse – Hypothese – Gespräch – Dokumentation) in einem simulierten Kundengespräch anwenden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Die relevanten Verbundpartner den typischen Bedarfsfeldern der Firmenkunden zuordnen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Produktgetriebenes Push-Cross-Selling von bedarfsorientiertem Cross-Selling unterscheiden und die situationsgerechte Vorgehensweise wählen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Definition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Zwei Typen: Push vs. Pull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Das Konzept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Potenzialanalyse in agree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Ereignisbasierte Cross-Selling-Anlässe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Schritt 1: Analyse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Schritt 2: Hypothese formulieren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Schritt 3: Gespräch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Schritt 4: Dokumentation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A: Wallet-Share-Analyse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B: Cross-Selling-Gesprächsvorbereitung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Bankfachlich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Gesprächsführung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Verbundpartner-Materialien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M13 · Cross-Selling systematisch  ·  v0.3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