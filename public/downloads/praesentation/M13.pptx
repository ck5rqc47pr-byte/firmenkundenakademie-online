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M13  ·  v0.3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94000"/>
            <a:ext cx="10972800" cy="20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Cross-Selling systematisch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89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016500"/>
            <a:ext cx="5207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4D5270"/>
                </a:solidFill>
                <a:latin typeface="Georgia"/>
              </a:rPr>
              <a:t>Kundenpotenziale durch bedarfsorientiertes Cross-Selling und Wallet-Share-Analyse erschließen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016500"/>
            <a:ext cx="254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207000"/>
            <a:ext cx="2540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Berater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0" y="5016500"/>
            <a:ext cx="2667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07000"/>
            <a:ext cx="2667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90 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3175000" cy="165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0" y="889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4000" y="939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952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Den Unterschied zwischen reaktivem und systematisch-bedarfsorientiertem Cross-Selling erklären und begründen, warum der zweite Ansatz nachhaltiger 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0" y="1587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4000" y="1638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1651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Cross-Selling-Potenziale in einem gegebenen Kundenprofil anhand der Wallet-Share-Methodik identifizieren und die zwei vielversprechendsten Ansatzpunkte benennen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4000" y="2286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4000" y="23368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349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Den 4-Schritte-Cross-Selling-Prozess (Analyse – Hypothese – Gespräch – Dokumentation) in einem simulierten Kundengespräch anwenden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4000" y="2984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4000" y="3035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3048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Die relevanten Verbundpartner den typischen Bedarfsfeldern der Firmenkunden zuordnen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4000" y="3683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4000" y="3733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746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Produktgetriebenes Push-Cross-Selling von bedarfsorientiertem Cross-Selling unterscheiden und die situationsgerechte Vorgehensweise wählen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CROSS-SELLING NEU DENKEN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Cross-Selling neu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Von Produkt-Push zu echtem Bedarfsservice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 · CROSS-SELLING NEU DENKEN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889000"/>
            <a:ext cx="381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Kernaussage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Der Unterschied: Push vs. Pull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825750"/>
            <a:ext cx="5207000" cy="2857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Push-Cross-Selling: 'Wir haben gerade eine Aktion für Zinsabsicherung.' Pull-Cross-Selling: 'Sie planen zu expandieren — welche Risiken sehen Sie dabei?' Eines nervt. Das andere schafft Mehrwert.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2825750"/>
            <a:ext cx="4851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1F2B56"/>
                </a:solidFill>
                <a:latin typeface="Courier New"/>
              </a:rPr>
              <a:t>Mitnahme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3041650"/>
            <a:ext cx="4851400" cy="2667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Kunden empfehlen Berater weiter, die ihre Situation verstehen — nicht die, die Produkte anbieten.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POTENZIALE SYSTEMATISCH ENTDECKEN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Potenziale systematisch entdecken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Wallet-Share-Analyse: Was läuft woanders?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 · POTENZIALE SYSTEMATISCH ENTDECKEN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Wallet-Share: Drei Fragen für jeden Kunden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Was macht der Kunde mit uns? (Vollständige Produktlandschaft erfassen)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Was könnte er bei uns machen, macht er aber nicht? (Gap identifizieren)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Was macht er bei Mitbewerbern? (Indirekt erfragen — oft bekannt)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Ziel: 60–70 % Wallet-Share als Hausbank-Anspruch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 · POTENZIALE SYSTEMATISCH ENTDECKEN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Vier Bedarfsfelder mit Cross-Selling-Potenzial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Absicherung: BU, Schlüsselperson, Betriebsunterbrechung (R+V)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Altersvorsorge: bAV, Gesellschafter-GF-Versorgung (R+V, Union)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Kapitalanlage: Liquiditätsreserven anlegen (Union Investment)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Immobilienfinanzierung: Privat und betrieblich (MünchenerHyp, Schwäbisch Hall)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DER 4-SCHRITTE-PROZESS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Der 4-Schritte-Prozess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Analyse — Hypothese — Gespräch — Dokumentation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III · DER 4-SCHRITTE-PROZESS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Cross-Selling in vier Schritten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1. Analyse: Kundenprofil + Bestandsübersicht → Lücken identifizieren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2. Hypothese: 'Welcher Bedarf könnte bestehen?' — nicht raten, sondern fragen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3. Gespräch: SPIN-Fragen einsetzen — erst Problem, dann Lösung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4. Dokumentation: Bedarfsdiagnose + nächste Schritte im CRM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III · DER 4-SCHRITTE-PROZESS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Verbundpartner: Wer liefert was?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0" y="920750"/>
          <a:ext cx="58674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1955800"/>
                <a:gridCol w="19558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Bedarf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Verbundpartner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Ansprechpartner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Sachversicherung, BU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R+V Versicherung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Regionaler Außendienst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Betriebliche AV, Fonds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Union Investment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Regionaler Berater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Baufinanzierung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Schwäbisch Hall / MünchenerHyp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Spezialist Bank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Firmenfinanzierung &gt; 5 Mio.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DZ BANK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Kompetenzcenter FK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III · DER 4-SCHRITTE-PROZESS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Ihr Auftrag: Wallet-Share-Analyse für drei Kunden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Drei Kunden aus dem Portfolio auswählen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Produktlandschaft vollständig erfassen (was haben sie schon?)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Größten Gap identifizieren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Cross-Selling-Gespräch für den nächsten Kontakt vorbereiten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Ende · v0.3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5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2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953000"/>
            <a:ext cx="5715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Modul «Cross-Selling systematisch» auf FKB Campus — 5 Lernziele,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4953000"/>
            <a:ext cx="2413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0" y="5156200"/>
            <a:ext cx="24130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[Name · Kontakt]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4953000"/>
            <a:ext cx="2184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156200"/>
            <a:ext cx="21844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M13 · Berater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