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___________________________________________________________________________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agree-Funktion, die ich morgen früh ausprobiere: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Aktueller Zeitaufwand Jahresgespräch gesamt: ________ Minuten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