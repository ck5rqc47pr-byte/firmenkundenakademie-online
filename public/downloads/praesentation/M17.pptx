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M17  · 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agree &amp; Co. effizient nutzen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Digitale Workflows im Firmenkundenalltag meistern und Zeitpotenziale durch konsequente Systemnutzung erschließen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Berater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90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271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99000" y="9525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fünf zentralen Funktionsbereiche von agree für Firmenkundenberater beschreiben und typische Aufgaben zuordnen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748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129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9000" y="16383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digitale Gesprächsvorbereitung für ein Jahresgespräch vollständig in agree durchführen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606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2987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III.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9000" y="23241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Den UnternehmerDialog als strukturierten Gesprächsleitfaden nutzen und Bedarfe sowie Folgeaktivitäten unmittelbar dokumentieren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464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29845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IV.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9000" y="30099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Einen NMZ-Bestandsbericht und einen Frühwarnbericht aus agree erzeugen und die wichtigsten Kennzahlen interpretieren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0" y="36322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4000" y="36703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V.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9000" y="36957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Den eigenen agree-Workflow analysieren und mindestens zwei Zeitfresser mit konkreten agree-Systemfunktionen identifizieren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Die häufigsten agree-Fehler im Firmenkundenalltag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Die häufigsten agree-Fehler im Firmenkundenalltag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Branchenbeobachtungen zufolge verbringen Firmenkundenberater bis zu 35–40 % ihrer Zeit mit administrativen Tätigkeiten, die mit konsequenter Systemnutzung erheblich reduziert werde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Fehler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Folge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Lösung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Gesprächsergebnisse in E-Mail statt agree dokumentieren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Kollege/Nachfolger hat keinen Zugriff; keine Revisionshistorie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UnternehmerDialog-Protokoll direkt im System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Kreditfälligkeiten manuell in Outlook tracken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Fristversäumnisse, Doppelarbeit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agree Prolongationsübersicht + Aufgabenmanagement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NMZ nicht regelmäßig abrufen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Schwache Kunden werden spät erkannt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Monatliche NMZ-Routine (→ M16)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Verbundpartner-Status nicht regelmäßig lesen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Cross-Selling-Potenziale werden übersehen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Verbundpartner-Cockpit wöchentlich lesen (nicht: selbst befüllen – das macht der Verbundpartner nach Abschluss)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Eigene Excel-Kundenliste parallel zu agree führen (Kundenstamm)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Doppelpflege, Fehlerquelle, DSGVO-Risiko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agree als Single Source of Truth für Kundendaten; Excel für eigene Auswertungen ist ok, wenn agree keine flexible Filterung bietet – dann agree-Admin ansprechen (Zusatzmodule: agree-Analytics, Power BI-Schnittstelle)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4.2 EFFIZIENTER GESPRÄCHSWORKFLOW: VOR – WÄHREND – NACH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4.2 Effizienter Gesprächsworkflow: Vor – Während – Nach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Phase 1: Vorbereitung (15–20 Minuten statt 45–60 Minuten)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4.2 EFFIZIENTER GESPRÄCHSWORKFLOW: VOR – WÄHREND – NACH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Phase 1: Vorbereitung (15–20 Minuten statt 45–60 Minuten)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agree-Checkliste Jahresgespräch: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Schritt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Wo in agree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Zeitbedarf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Kundenprofil öffnen – letzte Notizen/Protokolle lesen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CRM → Kundenprofil → Aktivitäten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 Min.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Kreditengagements: Volumen, Fälligkeiten, Auslastung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Kreditbearbeitung → Engagementübersicht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 Min.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NMZ und DB-Komponenten prüfen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Controlling → Kundenprofitabilität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 Min.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Verbundpartner-Cockpit: Welche Verbundprodukte? Was fehlt?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Firmenkunden → Verbund → Cockpit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 Min.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ZV-Analyse: Vollständig? Auslands-ZV?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Zahlungsverkehr → Umsatzstruktur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 Min.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UnternehmerDialog öffnen und Cross-Selling-Hypothesen notieren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UnternehmerDialog → Vorbereitung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 Min.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Gesamt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~18 Min.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4.2 EFFIZIENTER GESPRÄCHSWORKFLOW: VOR – WÄHREND – NACH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Phase 2: Während des Gesprächs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Kein separates Notizheft – direkt in agree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Vereinbarungen sofort als Aktivität/Aufgabe anlegen (mit Datum und Verantwortlichkeit)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Bedarfe in den dafür vorgesehenen Bedarfsfeldern des UnternehmerDialogs erfassen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4.2 EFFIZIENTER GESPRÄCHSWORKFLOW: VOR – WÄHREND – NACH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Phase 3: Nachbereitung (10 Minuten statt 30 Minuten)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&gt; Verbundpartner-Übergabe – bankindividuell: Ob die Verbund-Übergabefunktion in agree bei Ihrer Bank aktiviert ist, klären Sie mit Ihrem Verbundpartner-Koordinator. Alternativ: Übe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Schritt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agree-Funktion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Zeitbedarf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Protokoll abschließen und freigeben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UnternehmerDialog → Protokoll finalisieren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 Min.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Offene Aktivitäten und Termine bestätigen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CRM → Aufgabenverwaltung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 Min.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Verbundpartner-Übergaben anlegen (falls relevant)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Verbund → Übergabeauftrag (oder bankspezifischer Prozess – s. Hinweis unten)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 Min.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Frühwarnstatus prüfen (Hinweise aus Gespräch)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Frühwarnung → Bewertung aktualisieren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 Min.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Gesamt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~10 Min.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4.3 UNTERNEHMERDIALOG: MEHR ALS EIN FORMULAR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4.3 UnternehmerDialog: Mehr als ein Formular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Die Bedarfsdimensionen im UnternehmerDialog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4.3 UNTERNEHMERDIALOG: MEHR ALS EIN FORMULAR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Die Bedarfsdimensionen im UnternehmerDialog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(Bezeichnungen entsprechen der agree-Standardstruktur; in Ihrer Bankinstallation können einzelne Felder abweichend benannt sein)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Dimension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Typische Fragefelder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Verbundrelevanz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Liquidität &amp; Finanzierung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Investitionsplanung, Fördermittel, Liquiditätsreserve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Langfristfinanzierung, KfW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Unternehmen absichern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Betriebsunterbrechung, Schlüsselperson, D&amp;O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R+V Versicherung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Kapitalanlage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Betriebliche Rücklagen, Altersvorsorge Gesellschafter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Union Investment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Zahlungsverkehr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Inlands-ZV, Auslands-ZV, Kartenzahlung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DZ BANK, VR-NetWorld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Nachfolge &amp; Unternehmertum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Nachfolgeplanung, Testamentsvollstreckung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Schwäbisch Hall, Notare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Mitarbeiter &amp; Personalwesen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bAV (Direktversicherung, Pensionszusage), Gruppenunfallversicherung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R+V (versicherungsgebunden), Union Investment (fondsgebunden)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Privat &amp; Familie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Eigenheim Gesellschafter, private Altersvorsorge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Schwäbisch Hall, R+V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4.3 UNTERNEHMERDIALOG: MEHR ALS EIN FORMULAR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Dokumentationsstandards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Datum, Teilnehmer, Gesprächsanlass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Besprochene Bedarfsdimensionen mit Ergebnis (Bedarf vorhanden / kein Bedarf / offen)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Vereinbarte Maßnahmen mit Termin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Folgeaktivitäten angelegt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4.4 REPORTING-COCKPITS: WAS WANN WOZU?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4.4 Reporting-Cockpits: Was wann wozu?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4.5 VR-NETWORLD UND VERBUNDPARTNER-SYSTEME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4.5 VR-NetWorld und Verbundpartner-Systeme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4.6 PRAXISCASE: EIN JAHRESGESPRÄCH VON A BIS Z IN AGREE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4.6 Praxiscase: Ein Jahresgespräch von A bis Z in agree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4.7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4.7 Arbeitsblätter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Arbeitsblatt A: Mein agree-Selbstcheck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VII · 4.7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Arbeitsblatt A: Mein agree-Selbstcheck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___________________________________________________________________________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___________________________________________________________________________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VII · 4.7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Arbeitsblatt B: Workflow-Optimierungsplan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Aktueller Zeitaufwand Jahresgespräch gesamt: ________ Minuten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Phase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Aktuell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Ziel nach Optimierung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Maßnahme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Vorbereitung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Nachbereitung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Reporting-Routine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5.2 SELBSTCHECK NACH 4 WOCHEN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5.2 Selbstcheck nach 4 Wochen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5.3 Vertiefungsliteratur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Praxismaterialien (Pflicht)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X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Praxismaterialien (Pflicht)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Atruvia AG: agree-Benutzerhandbuch Firmenkunden (aktuellste Version im Intranet) – Vollständige Funktionsdokumentation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Atruvia AG: UnternehmerDialog – Anleitung und Best Practices (Intranet Schulungsmaterialien)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DZ BANK: Digitaler Arbeitsplatz Firmenkunden – Übersicht Verbundpartner-Schnittstellen (Verbund-Intranet)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X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Fachlicher Kontext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Roland Berger (2024): KMU-Banking: Firmenkundenberater 2.0 – Kapitel Digitalisierung des Beratungsalltags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zeb consulting (2020): Firmenkundenstudie 8.0 – Administrative Zeitanteile und Digitalisierungspotenziale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Quellen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DIDAKTIK &amp; KOMPETENZENTWICKLUNG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Didaktik &amp; Kompetenzentwicklung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BANKFACHLICHE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Bankfachliche Quellen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SYSTEMDOKUMENTATION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Systemdokumentation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«agree &amp; Co. effizient nutzen» auf FKB Campus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M17 · Berater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