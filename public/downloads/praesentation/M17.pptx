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Arial"/>
              </a:rPr>
              <a:t>M17  ·  K-05 Digital &amp; Technologie  ·  Zielstufe: Berater  ·  90 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agree &amp; Co. effizient nutzen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F0"/>
                </a:solidFill>
                <a:latin typeface="Arial"/>
              </a:rPr>
              <a:t>Digitale Workflows im Firmenkundenalltag meistern und Zeitpotenziale durch konsequente Systemnutzung erschließen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Trainer-Präsentation  ·  v0.4  ·  Benedikt Zoller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804672"/>
            <a:ext cx="11612880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3DA5"/>
                </a:solidFill>
                <a:latin typeface="Arial"/>
              </a:rPr>
              <a:t>LERNZIELE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Was Sie nach diesem Modul können.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fünf zentralen Funktionsbereiche von agree für Firmenkundenberater beschreiben und typische Aufgaben zuordnen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digitale Gesprächsvorbereitung für ein Jahresgespräch vollständig in agree durchführen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Den UnternehmerDialog als strukturierten Gesprächsleitfaden nutzen und Bedarfe sowie Folgeaktivitäten unmittelbar dokumentieren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Einen NMZ-Bestandsbericht und einen Frühwarnbericht aus agree erzeugen und die wichtigsten Kennzahlen interpretieren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Den eigenen agree-Workflow analysieren und mindestens zwei Zeitfresser mit konkreten agree-Systemfunktionen identifizieren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Die häufigsten agree-Fehler im Firmenkundenalltag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M17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Die häufigsten agree-Fehler im Firmenkundenalltag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Fehler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Folge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Lösung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Gesprächsergebnisse in E-Mail statt agree dokumentieren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Kollege/Nachfolger hat keinen Zugriff; keine Revisionshistorie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UnternehmerDialog-Protokoll direkt im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Kreditfälligkeiten manuell in Outlook tracken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Fristversäumnisse, Doppelarbeit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agree Prolongationsübersicht + Aufgabenmanagement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NMZ nicht regelmäßig abrufen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Schwache Kunden werden spät erkannt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Monatliche NMZ-Routine (→ M16)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Verbundpartner-Status nicht regelmäßig lesen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Cross-Selling-Potenziale werden übersehen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Verbundpartner-Cockpit wöchentlich lesen (nicht: selbst befüllen – das macht der Verbundpartner nach Abschluss)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Eigene Excel-Kundenliste parallel zu agree führen (Kundenstamm)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Doppelpflege, Fehlerquelle, DSGVO-Risiko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agree als Single Source of Truth für Kundendaten; Excel für eigene Auswertungen ist ok, wenn agree keine flexible Filterung bietet – dann agree-Admin ansprechen (Zusatzmodule: agree-Analytics, Power BI-Schnittstelle)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Phase 1: Vorbereitung (15–20 Minuten statt 45–60 Minuten)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M17 · 4.2 Effizienter Gesprächsworkflow: Vor – Während – Nach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Phase 1: Vorbereitung (15–20 Minuten statt 45–60 Minuten)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Schritt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Wo in agree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Zeitbedarf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Kundenprofil öffnen – letzte Notizen/Protokolle lesen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CRM → Kundenprofil → Aktivitäten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Kreditengagements: Volumen, Fälligkeiten, Auslastung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Kreditbearbeitung → Engagementübersicht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 Min.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NMZ und DB-Komponenten prüfen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Controlling → Kundenprofitabilität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Verbundpartner-Cockpit: Welche Verbundprodukte? Was fehlt?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Firmenkunden → Verbund → Cockpit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 Min.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ZV-Analyse: Vollständig? Auslands-ZV?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Zahlungsverkehr → Umsatzstruktur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UnternehmerDialog öffnen und Cross-Selling-Hypothesen notieren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UnternehmerDialog → Vorbereitung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5 Min.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Gesamt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~18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Phase 2: Während des Gesprächs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M17 · 4.2 Effizienter Gesprächsworkflow: Vor – Während – Nach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Phase 2: Während des Gesprächs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Den UnternehmerDialog am Windows-PC oder Laptop offen haben und live befüllen. Der UnternehmerDialog läuft primär am Windows-PC. Wer mit Tablet im…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&gt; Einwand häufig: „Das wirkt unpersönlich." Gegenteil ist wahr: Wenn Sie tippen, zeigen Sie, dass Sie die Aussage des Kunden ernst nehmen. Transparent…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Phase 3: Nachbereitung (10 Minuten statt 30 Minuten)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M17 · 4.2 Effizienter Gesprächsworkflow: Vor – Während – Nach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Phase 3: Nachbereitung (10 Minuten statt 30 Minuten)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Schritt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agree-Funktion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Zeitbedarf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Protokoll abschließen und freigeben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UnternehmerDialog → Protokoll finalisieren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Offene Aktivitäten und Termine bestätigen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CRM → Aufgabenverwaltung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 Min.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Verbundpartner-Übergaben anlegen (falls relevant)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 → Übergabeauftrag (oder bankspezifischer Prozess – s. Hinweis unten)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Frühwarnstatus prüfen (Hinweise aus Gespräch)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Frühwarnung → Bewertung aktualisieren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 Min.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Gesamt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~10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Die Bedarfsdimensionen im UnternehmerDialog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M17 · 4.3 UnternehmerDialog: Mehr als ein Formular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Die Bedarfsdimensionen im UnternehmerDialog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Typische Fragefelder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Verbundrelevanz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Liquidität &amp; Finanzierung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Investitionsplanung, Fördermittel, Liquiditätsreserve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Langfristfinanzierung, KfW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Unternehmen absichern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Betriebsunterbrechung, Schlüsselperson, D&amp;O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R+V Versicherung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Kapitalanlage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Betriebliche Rücklagen, Altersvorsorge Gesellschafter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Union 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Zahlungsverkehr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Inlands-ZV, Auslands-ZV, Kartenzahlung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DZ BANK, VR-NetWorld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Nachfolge &amp; Unternehmertum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Nachfolgeplanung, Testamentsvollstreckung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Schwäbisch Hall, Notare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Mitarbeiter &amp; Personalwesen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bAV (Direktversicherung, Pensionszusage), Gruppenunfallversicherung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R+V (versicherungsgebunden), Union Investment (fondsgebunden)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Privat &amp; Familie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Eigenheim Gesellschafter, private Altersvorsorge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Schwäbisch Hall, R+V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Dokumentationsstandards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M17 · 4.3 UnternehmerDialog: Mehr als ein Formular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Dokumentationsstandards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Dokumentation im UnternehmerDialog gilt als bankinternes Beratungsprotokoll im Rahmen der Dokumentationsanforderungen nach MaRisk BTO 1.2 (BaFin, 2023) und als…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Arbeitsblatt B: Workflow-Optimierungsplan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M17 · 4.7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Arbeitsblatt B: Workflow-Optimierungsplan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Aktuell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Ziel nach Optimierung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Maßnahme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Vorbereitung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Nachbereitung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Reporting-Routine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6F0"/>
                </a:solidFill>
                <a:latin typeface="Arial"/>
              </a:rPr>
              <a:t>PRAXISTRANSFER &amp;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Was nehmen Sie mit?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Transferaufgabe: Wenden Sie das Gelernte in den nächsten 14 Tagen bei einem konkreten Kunden an.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Selbstcheck nach 4 Wochen: Bewerten Sie Ihre Fortschritte ehrlich.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Nächste Module: M18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M17 · agree &amp; Co. effizient nutzen  ·  v0.4  ·  Benedikt Zoller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