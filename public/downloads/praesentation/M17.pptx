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M17  ·  K-05 Digital &amp; Technologie  · 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fünf zentralen Funktionsbereiche von agree für Firmenkundenberater beschreiben und typische Aufgaben zuordnen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digitale Gesprächsvorbereitung für ein Jahresgespräch vollständig in agree durchführen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UnternehmerDialog als strukturierten Gesprächsleitfaden nutzen und Bedarfe sowie Folgeaktivitäten unmittelbar dokumentieren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Einen NMZ-Bestandsbericht und einen Frühwarnbericht aus agree erzeugen und die wichtigsten Kennzahlen interpretieren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eigenen agree-Workflow analysieren und mindestens zwei Zeitfresser mit konkreten agree-Systemfunktionen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Die häufigsten agree-Fehler im Firmenkundenalltag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Phase 1: Vorbereitung (15–20 Minuten statt 45–60 Minuten)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Phase 2: Während des Gesprächs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Phase 3: Nachbereitung (10 Minuten statt 30 Minuten)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Die Bedarfsdimensionen im UnternehmerDialog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Dokumentationsstandards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Mein agree-Selbstcheck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Workflow-Optimierungsplan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Praxismaterialien (Pflicht)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Fachlicher Kontext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M17 · agree &amp; Co. effizient nutzen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