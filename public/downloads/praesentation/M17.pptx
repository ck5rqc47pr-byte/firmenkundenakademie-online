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M17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agree &amp; Co. effizient nutzen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fünf zentralen Funktionsbereiche von agree für Firmenkundenberater beschreiben und typische Aufgaben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digitale Gesprächsvorbereitung für ein Jahresgespräch vollständig in agree durchführen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UnternehmerDialog als strukturierten Gesprächsleitfaden nutzen und Bedarfe sowie Folgeaktivitäten unmittelbar dokumentieren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NMZ-Bestandsbericht und einen Frühwarnbericht aus agree erzeugen und die wichtigsten Kennzahlen interpretieren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eigenen agree-Workflow analysieren und mindestens zwei Zeitfresser mit konkreten agree-Systemfunktionen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AGREE: MEHR ALS EIN VERWALTUNGSSYSTEM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agree: Mehr als ein Verwaltungssystem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Wer agree gut nutzt, gewinnt Zeit für echte Beratung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AGREE: MEHR ALS EIN VERWALTUNGSSYSTEM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Fünf Funktionsbereiche — ein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Kundenstamm &amp; CRM: Vollständige Beziehungshistorie auf einen Blick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UnternehmerDialog: Strukturierter Gesprächsleitfaden direkt im System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NMZ &amp; Berichte: Bestandsanalyse und Frühwarnberichte automatisiert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Kreditakte: Von der Anfrage bis zur Vorlage im System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Dokumentation § 18 KWG: Compliance-konform, lückenlos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DIE FÜNF HÄUFIGSTEN ZEITFRESSER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Die fünf häufigsten Zeitfresser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Und wie agree sie löst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DIE FÜNF HÄUFIGSTEN ZEITFRESSER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Zeitfresser und ihre agree-Lösung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Gesprächsvorbereitung dauert 45 Min: → agree-Profil + UD-Leitfaden nutzen (15 Min.)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Dokumentation nach Gespräch separat: → Notizen direkt im UD eintragen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Frühwarnberichte manuell erstellen: → Standardbericht aus agree abrufen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NMZ unklar: → NMZ-Bestandsbericht monatlich ziehen und auswerten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Doppelte Datenpflege: → agree als Single Source of Truth konsequent nutzen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DER UNTERNEHMERDIALOG: BERATUNG STRUKTURIEREN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Der UnternehmerDialog: Beratung strukturieren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Nicht nur Protokoll — sondern Gesprächsführung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DER UNTERNEHMERDIALOG: BERATUNG STRUKTURIEREN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UnternehmerDialog in vier Schritten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Vor dem Gespräch: Profil öffnen, letzte Notizen lesen, Lücken markieren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Im Gespräch: UD als Leitfaden — nicht als Formular abarbeiten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 dem Gespräch: Bedarfe, Folgeaktionen und Termine direkt eintragen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Auswertung: Bedarfsdiagnose als Basis für Cross-Selling-Planung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DER UNTERNEHMERDIALOG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Auftrag: agree-Workflow analysieren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Eigene Nutzung ehrlich einschätzen: Welche Funktionen kennen Sie nicht?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Zwei Zeitfresser aus Ihrem Alltag identifizieren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Agree-Funktion zuordnen und in der nächsten Woche anwenden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Ergebnis im Team teilen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«agree &amp; Co. effizient nutzen»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M17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