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M17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agree &amp; Co. effizient nutzen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fünf zentralen Funktionsbereiche von agree für Firmenkundenberater beschreiben und typische Aufgaben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digitale Gesprächsvorbereitung für ein Jahresgespräch vollständig in agree durchführen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strukturierten Gesprächsleitfaden nutzen und Bedarfe sowie Folgeaktivitäten unmittelbar dokumentieren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NMZ-Bestandsbericht und einen Frühwarnbericht aus agree erzeugen und die wichtigsten Kennzahlen interpretieren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eigenen agree-Workflow analysieren und mindestens zwei Zeitfresser mit konkreten agree-Systemfunktionen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Die häufigsten agree-Fehler im Firmenkundenalltag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häufigsten agree-Fehler im Firmenkundenalltag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Branchenbeobachtungen zufolge verbringen Firmenkundenberater bis zu 35–40 % ihrer Zeit mit administrativen Tätigkeiten, die mit konsequenter Systemnutzung erheblich reduziert werde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Lösung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Gesprächsergebnisse in E-Mail statt agree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Kollege/Nachfolger hat keinen Zugriff; keine Revisionshistorie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UnternehmerDialog-Protokoll direkt im System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Kreditfälligkeiten manuell in Outlook tracken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Fristversäumnisse, Doppelarbeit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Prolongationsübersicht + Aufgabenmanagement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NMZ nicht regelmäßig abrufen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Schwache Kunden werden spät erkannt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NMZ-Routine (→ M16)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Verbundpartner-Status nicht regelmäßig lesen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Cross-Selling-Potenziale werden übersehen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wöchentlich lesen (nicht: selbst befüllen – das macht der Verbundpartner nach Abschluss)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Excel-Kundenliste parallel zu agree führen (Kundenstamm)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Doppelpflege, Fehlerquelle, DSGVO-Risiko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als Single Source of Truth für Kundendaten; Excel für eigene Auswertungen ist ok, wenn agree keine flexible Filterung bietet – dann agree-Admin ansprechen (Zusatzmodule: agree-Analytics, Power BI-Schnittstelle)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Effizienter Gesprächsworkflow: Vor – Während – Nach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Phase 1: Vorbereitung (15–20 Minuten statt 45–60 Minuten)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1: Vorbereitung (15–20 Minuten statt 45–60 Minuten)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agree-Checkliste Jahresgespräch: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Wo in agree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Kundenprofil öffnen – letzte Notizen/Protokolle lesen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CRM → Kundenprofil → Aktivitäten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Kreditengagements: Volumen, Fälligkeiten, Auslastung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NMZ und DB-Komponenten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Controlling → Kundenprofitabilität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Verbundpartner-Cockpit: Welche Verbundprodukte? Was fehlt?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ZV-Analyse: Vollständig?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 → Umsatzstruktur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öffnen und Cross-Selling-Hypothesen notieren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~18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2: Während des Gesprächs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 separates Notizheft – direkt in agree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Vereinbarungen sofort als Aktivität/Aufgabe anlegen (mit Datum und Verantwortlichkeit)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Bedarfe in den dafür vorgesehenen Bedarfsfeldern des UnternehmerDialogs erfassen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EFFIZIENTER GESPRÄCHSWORKFLOW: VOR – WÄHREND – NACH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Phase 3: Nachbereitung (10 Minuten statt 30 Minuten)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Verbundpartner-Übergabe – bankindividuell: Ob die Verbund-Übergabefunktion in agree bei Ihrer Bank aktiviert ist, klären Sie mit Ihrem Verbundpartner-Koordinator. Alternativ: Übe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agree-Funktion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Protokoll abschließen und freigeben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 → Protokoll finalisieren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Aktivitäten und Termine bestätigen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CRM → Aufgabenverwaltung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Verbundpartner-Übergaben anlegen (falls relevant)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 → Übergabeauftrag (oder bankspezifischer Prozess – s. Hinweis unten)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Frühwarnstatus prüfen (Hinweise aus Gespräch)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Frühwarnung → Bewertung aktualisieren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UnternehmerDialog: Mehr als ein Formular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Die Bedarfsdimensionen im UnternehmerDialog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Bedarfsdimensionen im UnternehmerDialog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(Bezeichnungen entsprechen der agree-Standardstruktur; in Ihrer Bankinstallation können einzelne Felder abweichend benannt sein)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Fragefelder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Verbundrelevanz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&amp; 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Investitionsplanung, Fördermittel, Liquiditätsreserve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Langfristfinanzierung, KfW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absichern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Betriebsunterbrechung, Schlüsselperson,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R+V 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Rücklagen, Altersvorsorge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Union Investment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Inlands-ZV, Auslands-ZV, Kartenzahlung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BANK, VR-NetWorld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&amp; Unternehmertum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Testamentsvollstreckung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Notare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 &amp; Personalwesen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bAV (Direktversicherung, Pensionszusage), Gruppenunfallversicherung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R+V (versicherungsgebunden), Union Investment (fondsgebunden)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 &amp; Familie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Eigenheim Gesellschafter, private Altersvorsorge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Hall, R+V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UNTERNEHMERDIALOG: MEHR ALS EIN FORMULAR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Dokumentationsstandards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Datum, Teilnehmer, Gesprächsanlass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Besprochene Bedarfsdimensionen mit Ergebnis (Bedarf vorhanden / kein Bedarf / offen)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Vereinbarte Maßnahmen mit Termin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Folgeaktivitäten angelegt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REPORTING-COCKPITS: WAS WANN WOZU?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Reporting-Cockpits: Was wann wozu?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VR-NETWORLD UND VERBUNDPARTNER-SYSTEME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VR-NetWorld und Verbundpartner-Systeme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PRAXISCASE: EIN JAHRESGESPRÄCH VON A BIS Z IN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Praxiscase: Ein Jahresgespräch von A bis Z in agree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Mein agree-Selbstcheck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Mein agree-Selbstcheck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Bewerten Sie Ihren aktuellen Umgang mit agree ehrlich (1 = nutze ich kaum / 5 = nutze ich routiniert):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agree-Bereich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CRM / Kundenprofil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UnternehmerDialog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/ Prolongation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Controlling (NMZ, DB-Cockpit)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Frühwarnliste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Aktivitäten / Aufgabenverwaltung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Workflow-Optimierungsplan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Aktueller Zeitaufwand Jahresgespräch gesamt: ________ Minuten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Aktuell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Reporting-Routine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Praxismaterialien (Pflicht)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 (Pflicht)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agree-Benutzerhandbuch Firmenkunden (aktuellste Version im Intranet) – Vollständige Funktionsdokumentation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UnternehmerDialog – Anleitung und Best Practices (Intranet Schulungsmaterialien)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BANK: Digitaler Arbeitsplatz Firmenkunden – Übersicht Verbundpartner-Schnittstellen (Verbund-Intranet)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Fachlicher Kontext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Kapitel Digitalisierung des Beratungsalltags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Administrative Zeitanteile und Digitalisierungspotenziale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SYSTEMDOKUMENTATION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Systemdokumentation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«agree &amp; Co. effizient nutzen»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M17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