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M10  ·  K-03 Gesprächsführung &amp; Beratung  ·  Zielstufe: Sparring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Strukturierte Bedarfsanalyse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Vom Jahresgespräch zum echten Bedarf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v1.0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Den UnternehmerDialog als strukturiertes Gesprächsführungsinstrument situationsgerecht einsetzen und alle relevanten Bedarfsdimensionen systematisch erschließen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Kundensignale auf den vier Kommunikationsebenen nach Schulz von Thun differenziert erkennen und den Bedeutungsrahmen hinter sachlichen Aussagen entschlüsseln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Den Vollständigkeitsgrad einer Bedarfsanalyse bewerten, offene Dimensionen benennen und die nächsten Gesprächsschritte priorisieren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4.1 Theorie-Input: Das Vier-Ohren-Modell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M10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4.1 Theorie-Input: Das Vier-Ohren-Modell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Kommunikationsebene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Was der Unternehmer sagt/meint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Was der Berater hören sollte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① Sachinhalt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Die explizite Information (Zahlen, Fakten, Daten)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Korrekt aufnehmen, aber nicht stehenbleiben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② Selbstoffenbarung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Was er über sich, seine Situation, seine Sorgen preisgibt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Zwischentöne, Zögern, Formulierungswahl beachten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③ Beziehungsaspekt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Wie er Sie als Berater wahrnimmt; Vertrauen oder Skepsis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Gesprächsklima aktiv gestalten; Vertrauen voraussetzen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④ Appell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Was er von Ihnen erwartet oder erhofft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Explizit nachfragen: „Was erwarten Sie von uns?"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4.2 Theorie-Input: Das SPIN-Fragenmodell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M10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4.2 Theorie-Input: Das SPIN-Fragenmodell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Fragetyp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Zweck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Wann einsetzen?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Beispiele im Firmenkunden-Jahresgespräch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 – Situation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IST-Stand erheben; Kontext verstehen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Zu Beginn; sparsam – bekannte Fakten nicht abfragen, sondern kommentieren und ergänzen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Richtig: „Sie hatten letztes Jahr +10 % Umsatz – was war der Haupttreiber?" (zeigt Vorbereitung, öffnet Gespräch) · „Welche Märkte haben Sie seitdem neu erschlossen?" · Falsch im Jahresgespräch: „Wie hat sich Ihr Umsatz im letzten Jahr entwickelt?" (der Berater hat die Bilanz vor sich – wirkt unvorbereitet)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 – Problem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Herausforderungen identifizieren; Schmerzen sichtbar machen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 dem IST-Stand; aktiv suchen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„Wo haben Sie die größten Planungsunsicherheiten?" „Was bereitet Ihnen im Tagesgeschäft am meisten Sorgen?"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 – Implication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Konsequenzen und Bedeutung der Probleme verdeutlichen; Problemdruck erhöhen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Wenn Problem benannt; vor Lösungspräsentation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„Was würde das für Ihre Mitarbeiter bedeuten, wenn …?" „Welche Auswirkungen hat das auf Ihre Investitionspläne?"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 – Need-Payoff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Nutzenwunsch des Kunden aktivieren; er formuliert die Lösung selbst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Wenn Problemdruck spürbar ist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„Was wäre für Sie der Wert einer verbindlichen Liquiditätslinie?" „Wie wichtig wäre es, das bis Jahresende geregelt zu haben?"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4.3 Praxiscase: Florian Maurer, Metallbau GmbH &amp; Co. KG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M10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Unternehmensprofil (Berater-Information)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Maurer Metallbau GmbH &amp; Co. KG, Süddeutschland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Metallverarbeitung / Lohnfertigung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3,2 Mio. EUR (Vorjahr 2,9 Mio. EUR)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Mitarbeiter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14 Personen (davon 10 gewerblich)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Geschäftsführer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Florian Maurer, 54 Jahre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Bankverbindung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VR-Bank Musterregion eG, Kontokorrentlinie 250 TEUR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Aktuelle Situation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Jahresgespräch nach Bilanzeinreichung 2024. Eigenkapitalquote 24 %. Umsatzanstieg +10 % durch neuen Großkunden (Automotive Tier 2).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M10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Bekannte Bedarfe (sichtbar)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- Maschinenerneuerung: Zwei Drehmaschinen (Investitionsvolumen ca. 180 TEUR) geplant - Erweiterung der Kontokorrentlinie auf 400 TEUR für…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M10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Latente Bedarfe (nur dem Unternehmer bekannt – für Rollenspieler)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Nachfolge ungeklärt: </a:t>
            </a:r>
            <a:r>
              <a:rPr sz="1700">
                <a:solidFill>
                  <a:srgbClr val="1A1A1A"/>
                </a:solidFill>
                <a:latin typeface="Arial"/>
              </a:rPr>
              <a:t>(echter latenter Bedarf): Sohn (26) zeigt kein Interesse; Maurer hat kein Testament, keinen Gesellschaftervertrag für den Todesfall. Maurer spricht nicht darüber, weil er das…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Stille Beteiligung läuft aus: </a:t>
            </a:r>
            <a:r>
              <a:rPr sz="1700">
                <a:solidFill>
                  <a:srgbClr val="1A1A1A"/>
                </a:solidFill>
                <a:latin typeface="Arial"/>
              </a:rPr>
              <a:t>(echter latenter Bedarf): Ein Schwager ist seit 2012 stiller Gesellschafter (80 TEUR). Die Beteiligung hat eine Kündigungsfrist bis Ende 2025; Maurer hat noch keine…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Liquiditätsengpass: </a:t>
            </a:r>
            <a:r>
              <a:rPr sz="1700">
                <a:solidFill>
                  <a:srgbClr val="1A1A1A"/>
                </a:solidFill>
                <a:latin typeface="Arial"/>
              </a:rPr>
              <a:t>(bekannt, aber nicht priorisiert): Der neue Großkunde zahlt mit 60 Tagen Ziel; bei Großaufträgen (&gt; 80 TEUR) entsteht Vorlauffinanzierungsbedarf. Maurer hält das für ein…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Private Absicherung: </a:t>
            </a:r>
            <a:r>
              <a:rPr sz="1700">
                <a:solidFill>
                  <a:srgbClr val="1A1A1A"/>
                </a:solidFill>
                <a:latin typeface="Arial"/>
              </a:rPr>
              <a:t>(latent): Florian Maurer hat seit Jahren keine BU-Versicherung mehr; private Krankenversicherung läuft als Einzelvertrag ohne Unternehmensbezug.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Gesprächsziel für den Berater: </a:t>
            </a:r>
            <a:r>
              <a:rPr sz="1700">
                <a:solidFill>
                  <a:srgbClr val="1A1A1A"/>
                </a:solidFill>
                <a:latin typeface="Arial"/>
              </a:rPr>
              <a:t>Den UnternehmerDialog systematisch durcharbeiten. Mindestens 2 latente Bedarfe sollen durch gezielte SPIN-Fragen sichtbar werden. Bewertungsmaßstab: Wie viele Implikationsfragen…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M10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Optionale Rollenspielvarianten (für erfahrene Gruppen oder zweite Runde)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Variante A – Der wortkarger Unternehmer Rollenkarte für Unternehmer-Spieler: Sie sind grundsätzlich zufrieden mit Ihrer Bank und sehen keinen Handlungsbedarf.…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Variante B – Zwei Gesellschafter am Tisch (GbR-Situation) Rollenkarten für zwei Unternehmer-Spieler: Sie sind gemeinsam GF einer GmbH &amp; Co. KG. Gesellschafter…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4.4 Beobachtungsbogen (für den dritten Rollenspieler)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M10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4.4 Beobachtungsbogen (für den dritten Rollenspieler)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Beobachtungskriterium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Klar erfüllt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Teilweise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Nicht erfüllt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Begrüßung und Erwartungsklärung zu Beginn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Situationsfragen: Fakten systematisch erhoben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Problemfragen: mindestens 2 Herausforderungen thematisiert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Implikationsfragen: Konsequenzen von Problemen vertieft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Nutzenfragen: Mehrwert durch Kunden formulieren lassen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Aktives Zuhören (Paraphrasieren, kein sofortiges Gegenschlagen)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Vier-Ohren: Signale jenseits des Sachinhalts aufgegriffen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Themenübergänge im UnternehmerDialog strukturiert gestaltet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Latenter Bedarf identifiziert (min.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Vereinbarungen / Maßnahmen am Ende festgehalten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M11, M12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M10 · Strukturierte Bedarfsanalyse  ·  v1.0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