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Name des beobachteten Beraters: 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Datum / Runde: 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Entwicklungsfeld (1 konkreter, umsetzbarer Hinweis):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