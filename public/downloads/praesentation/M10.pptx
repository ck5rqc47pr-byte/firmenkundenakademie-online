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</a:rPr>
              <a:t>M10  ·  K-03 Gesprächsführung &amp; Beratung  ·  Sparring  ·  90 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73152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Strukturierte Bedarfsanalyse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D6F0"/>
                </a:solidFill>
                <a:latin typeface="Arial"/>
              </a:rPr>
              <a:t>Vom Jahresgespräch zum echten Bedarf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9AACC"/>
                </a:solidFill>
                <a:latin typeface="Arial"/>
              </a:rPr>
              <a:t>Trainer-Präsentation  ·  v1.0  ·  Benedikt Zoller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73152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3DA5"/>
                </a:solidFill>
                <a:latin typeface="Arial"/>
              </a:rPr>
              <a:t>LERNZIELE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</a:rPr>
              <a:t>Was Sie nach diesem Modul können.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Den UnternehmerDialog als strukturiertes Gesprächsführungsinstrument situationsgerecht einsetzen und alle relevanten Bedarfsdimensionen systematisch erschließen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Kundensignale auf den vier Kommunikationsebenen nach Schulz von Thun differenziert erkennen und den Bedeutungsrahmen hinter sachlichen Aussagen entschlüsseln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3DA5"/>
                </a:solidFill>
                <a:latin typeface="Arial"/>
              </a:rPr>
              <a:t>▪  </a:t>
            </a:r>
            <a:r>
              <a:rPr sz="1600">
                <a:solidFill>
                  <a:srgbClr val="1A1A1A"/>
                </a:solidFill>
                <a:latin typeface="Arial"/>
              </a:rPr>
              <a:t>Den Vollständigkeitsgrad einer Bedarfsanalyse bewerten, offene Dimensionen benennen und die nächsten Gesprächsschritte priorisieren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4.1 Theorie-Input: Das Vier-Ohren-Modell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4.2 Theorie-Input: Das SPIN-Fragenmodell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Bekannte Bedarfe (sichtbar)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Maschinenerneuerung: Zwei Drehmaschinen (Investitionsvolumen ca. 180 TEUR) geplant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Erweiterung der Kontokorrentlinie auf 400 TEUR für Auftragsvorfinanzierung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Latente Bedarfe (nur dem Unternehmer bekannt – für Rollenspieler)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Nachfolge ungeklärt (echter latenter Bedarf): Sohn (26) zeigt kein Interesse; Maurer hat kein Testament, keinen Gesellschaftervertrag für den Todesfall. Maurer spricht nicht darüber, weil er das Thema mit sich selbst noch nicht geklärt hat – er hofft, der Sohn ändert noch seine Meinung.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Stille Beteiligung läuft aus (echter latenter Bedarf): Ein Schwager ist seit 2012 stiller Gesellschafter (80 TEUR). Die Beteiligung hat eine Kündigungsfrist bis Ende 2025; Maurer hat noch keine Anschlussfinanzierung. Er spricht nicht darüber, weil er befürchtet, die Bank könnte das als Risiko werten.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Liquiditätsengpass (bekannt, aber nicht priorisiert): Der neue Großkunde zahlt mit 60 Tagen Ziel; bei Großaufträgen (&gt; 80 TEUR) entsteht Vorlauffinanzierungsbedarf. Maurer hält das für ein temporäres Problem und hat KK bisher ausreichend gefunden.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Private Absicherung (latent): Florian Maurer hat seit Jahren keine BU-Versicherung mehr; private Krankenversicherung läuft als Einzelvertrag ohne Unternehmensbezug.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Optionale Rollenspielvarianten (für erfahrene Gruppen oder zweite Runde)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Variante A – Der wortkarger Unternehmer Rollenkarte für Unternehmer-Spieler: Sie sind grundsätzlich zufrieden mit Ihrer…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Variante B – Zwei Gesellschafter am Tisch (GbR-Situation) Rollenkarten für zwei Unternehmer-Spieler: Sie sind gemeinsam…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4.4 Beobachtungsbogen (für den dritten Rollenspieler)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DA5"/>
                </a:solidFill>
                <a:latin typeface="Arial"/>
              </a:rPr>
              <a:t>Reflexionsfragen nach jedem Gespräch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51560"/>
            <a:ext cx="11430000" cy="27432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Wie viele Implikationsfragen habe ich gestellt? (Schätzen Sie die Anzahl.)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Welchen Bedarf hat der Unternehmer selbst formuliert – ohne dass ich ihn präsentiert habe?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Auf welchem der vier Ohren habe ich primär gehört? Was habe ich möglicherweise verpasst?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Welcher Bereich des UnternehmerDialogs blieb offen? Warum?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Was nehme ich mir für das nächste Gespräch mit diesem Kunden konkret vor?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Selbstcheck nach 4 Wochen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Kommunikation &amp; Gesprächsführung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Bedarfsanalyse &amp; Consultative Selling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Bankfachlich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Didaktik &amp; Kompetenzmodell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65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CD6F0"/>
                </a:solidFill>
                <a:latin typeface="Arial"/>
              </a:rPr>
              <a:t>PRAXISTRANSFER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Was nehmen Sie mit?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7315200" cy="27432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Transferaufgabe: Wenden Sie das Gelernte in den nächsten 14 Tagen bei einem konkreten Kunden an.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Selbstcheck nach 4 Wochen: Was hat sich verändert?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AACC"/>
                </a:solidFill>
                <a:latin typeface="Arial"/>
              </a:rPr>
              <a:t>M10 · Strukturierte Bedarfsanalyse  ·  v1.0  ·  Benedikt Zoller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