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Strukturierte Bedarfsanalyse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Vom Jahresgespräch zum echten Bedarf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strukturiertes Gesprächsführungsinstrument situationsgerecht einsetzen und alle relevanten Bedarfsdimensionen systematisch erschließen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Kundensignale auf den vier Kommunikationsebenen nach Schulz von Thun differenziert erkennen und den Bedeutungsrahmen hinter sachlichen Aussagen entschlüsseln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Vollständigkeitsgrad einer Bedarfsanalyse bewerten, offene Dimensionen benennen und die nächsten Gesprächsschritte priorisieren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Vier-Ohren-Modell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Jede Aussage Ihres Unternehmerkunden enthält gleichzeitig vier Botschaften: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SPIN-Fragenmodell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 hat nachgewiesen, dass der Unterschied zwischen durchschnittlichen und herausragenden Beratern primär in der Qualität der Fragen liegt – nicht in der Qualität der Produktpräsentation.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SPIN-Fragetrichter nach Rackham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Florian Maurer, Metallbau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 (BERATER-INFORMATION)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BEKANNTE BEDARFE (SICHTBAR)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Maschinenerneuerung: Zwei Drehmaschinen (Investitionsvolumen ca. 180 TEUR) geplant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Erweiterung der Kontokorrentlinie auf 400 TEUR für Auftragsvorfinanzierung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LATENTE BEDARFE (NUR DEM UNTERNEHMER BEKANNT – FÜR ROLLENSPIELER)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ungeklärt (echter latenter Bedarf): Sohn (26) zeigt kein Interesse; Maurer hat kein Testament, keinen Gesellschaftervertrag für den Todesfall. Maurer spricht nicht darüber, weil er das Thema mit sich selbst noch nicht geklärt hat – er hofft, der Sohn ändert noch seine Meinung.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Stille Beteiligung läuft aus (echter latenter Bedarf): Ein Schwager ist seit 2012 stiller Gesellschafter (80 TEUR). Die Beteiligung hat eine Kündigungsfrist bis Ende 2025; Maurer hat noch keine Anschlussfinanzierung. Er spricht nicht darüber, weil er befürchtet, die Bank könnte das als Risiko werten.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Liquiditätsengpass (bekannt, aber nicht priorisiert): Der neue Großkunde zahlt mit 60 Tagen Ziel; bei Großaufträgen (&gt; 80 TEUR) entsteht Vorlauffinanzierungsbedarf. Maurer hält das für ein temporäres Problem und hat KK bisher ausreichend gefunden.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Private Absicherung (latent): Florian Maurer hat seit Jahren keine BU-Versicherung mehr; private Krankenversicherung läuft als Einzelvertrag ohne Unternehmensbezug.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OPTIONALE ROLLENSPIELVARIANTEN (FÜR ERFAHRENE GRUPPEN ODER ZWEITE RUNDE)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Variante A – Der wortkarger Unternehmer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Variante B – Zwei Gesellschafter am Tisch (GbR-Situation)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Beobachtungsbogen (für den dritten Rollenspieler)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Name des beobachteten Beraters: 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Datum / Runde: 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Stärken (2–3 konkrete Beobachtungen):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Entwicklungsfeld (1 konkreter, umsetzbarer Hinweis):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