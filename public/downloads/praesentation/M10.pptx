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M10  · 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Strukturierte Bedarfsanalyse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Vom Jahresgespräch zum echten Bedarf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UnternehmerDialog als strukturiertes Gesprächsführungsinstrument situationsgerecht einsetzen und alle relevanten Bedarfsdimensionen systematisch erschließen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Kundensignale auf den vier Kommunikationsebenen nach Schulz von Thun differenziert erkennen und den Bedeutungsrahmen hinter sachlichen Aussagen entschlüsseln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Vollständigkeitsgrad einer Bedarfsanalyse bewerten, offene Dimensionen benennen und die nächsten Gesprächsschritte priorisieren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4.1 Theorie-Input: Das Vier-Ohren-Modell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4.1 Theorie-Input: Das Vier-Ohren-Modell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Jede Aussage Ihres Unternehmerkunden enthält gleichzeitig vier Botschaften: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222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Kommunikationsebene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Was der Unternehmer sagt/meint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Was der Berater hören sollte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① Sachinhalt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Die explizite Information (Zahlen, Fakten, Daten)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Korrekt aufnehmen, aber nicht stehenbleiben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② Selbstoffenbarung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er über sich, seine Situation, seine Sorgen preisgibt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Zwischentöne, Zögern, Formulierungswahl beachten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③ Beziehungsaspekt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 er Sie als Berater wahrnimmt; Vertrauen oder Skepsis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Gesprächsklima aktiv gestalten; Vertrauen voraussetzen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④ Appell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er von Ihnen erwartet oder erhofft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Explizit nachfragen: „Was erwarten Sie von uns?"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 Theorie-Input: Das SPIN-Fragenmodell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Zusammenspiel der beiden Modelle: SPIN und das Vier-Ohren-Modell sind keine getrennten Werkzeuge – sie laufen im Gespräch parallel. SPIN ist die Gesprächsarchitektur (Was frage ich als nächstes?).…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Rackham hat nachgewiesen, dass der Unterschied zwischen durchschnittlichen und herausragenden Beratern primär in der Qualität der Fragen liegt – nicht in der Qualität der Produktpräsentation.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4.3 Praxiscase: Florian Maurer, Metallbau GmbH &amp; Co. 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Unternehmensprofil (Berater-Information)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Detail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Maurer Metallbau GmbH &amp; Co. KG, Süddeutschland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Metallverarbeitung / Lohnfertigung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3,2 Mio. EUR (Vorjahr 2,9 Mio.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14 Personen (davon 10 gewerblich)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Geschäftsführer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Florian Maurer, 54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Bankverbindung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VR-Bank Musterregion eG, Kontokorrentlinie 250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Aktuelle 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 nach Bilanzeinreichung 2024. Eigenkapitalquote 24 %. Umsatzanstieg +10 % durch neuen Großkunden (Automotive Tier 2).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Bekannte Bedarfe (sichtbar)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Maschinenerneuerung: Zwei Drehmaschinen (Investitionsvolumen ca. 180 TEUR) geplant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Erweiterung der Kontokorrentlinie auf 400 TEUR für Auftragsvorfinanzierung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Latente Bedarfe (nur dem Unternehmer bekannt – für Rollenspieler)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Nachfolge ungeklärt (echter latenter Bedarf): Sohn (26) zeigt kein Interesse; Maurer hat kein Testament, keinen Gesellschaftervertrag für den Todesfall. Maurer spricht nicht darüber, weil er das…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Stille Beteiligung läuft aus (echter latenter Bedarf): Ein Schwager ist seit 2012 stiller Gesellschafter (80 TEUR). Die Beteiligung hat eine Kündigungsfrist bis Ende 2025; Maurer hat noch keine…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Liquiditätsengpass (bekannt, aber nicht priorisiert): Der neue Großkunde zahlt mit 60 Tagen Ziel; bei Großaufträgen (&gt; 80 TEUR) entsteht Vorlauffinanzierungsbedarf. Maurer hält das für ein temporäres…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Private Absicherung (latent): Florian Maurer hat seit Jahren keine BU-Versicherung mehr; private Krankenversicherung läuft als Einzelvertrag ohne Unternehmensbezug.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Optionale Rollenspielvarianten (für erfahrene Gruppen oder zweite Runde)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Variante A – Der wortkarger Unternehmer Rollenkarte für Unternehmer-Spieler: Sie sind grundsätzlich zufrieden mit Ihrer Bank und sehen keinen Handlungsbedarf. Auf Fragen antworten Sie kurz: „läuft",…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Variante B – Zwei Gesellschafter am Tisch (GbR-Situation) Rollenkarten für zwei Unternehmer-Spieler: Sie sind gemeinsam GF einer GmbH &amp; Co. KG. Gesellschafter 1 (Florian Maurer) will investieren und…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Transferaufgabe (bis zum nächsten Termin in 4 Wochen)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381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430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0">
                <a:solidFill>
                  <a:srgbClr val="191D2E"/>
                </a:solidFill>
                <a:latin typeface="Georgia"/>
              </a:rPr>
              <a:t>Transferaufgabe (bis zum nächsten Termin in 4 Wochen)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355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3683000"/>
            <a:ext cx="52070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Führen Sie in den nächsten 4 Wochen mindestens zwei strukturierte Kundengespräche (Jahresgespräch oder gleichwertiger Gesprächsanlass: Investitionsfinanzierung, Kreditverlängerung, Erstgespräch…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Reflexionsfragen nach jedem 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Wie viele Implikationsfragen habe ich gestellt? (Schätzen Sie die Anzahl.)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Welchen Bedarf hat der Unternehmer selbst formuliert – ohne dass ich ihn präsentiert habe?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Auf welchem der vier Ohren habe ich primär gehört? Was habe ich möglicherweise verpasst?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Welcher Bereich des UnternehmerDialogs blieb offen? Warum?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Was nehme ich mir für das nächste Gespräch mit diesem Kunden konkret vor?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Stimmt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Noch nicht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setze Situationsfragen gezielt ein, ohne sie zu übergewichten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stelle mindestens 2 Implikationsfragen pro Gespräch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lasse den Kunden Bedarf selbst formulieren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erkenne non-verbale Signale und spreche sie an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schließe jedes Gespräch mit schriftlichen Vereinbarungen ab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Ich nutze alle relevanten Abschnitte des UnternehmerDialogs aktiv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Rackham, N. (1988). SPIN Selling. McGraw-Hill. [Klassiker der Beratungsgesprächsforschung]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Schulz von Thun, F. (1981). Miteinander Reden: Störungen und Klärungen. Rowohlt. [Vier-Ohren-Modell, leicht zugänglich]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Cialdini, R. B. (2001). Influence: The Psychology of Persuasion. HarperCollins. [Psychologie des Überzeugens]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Alle Quellen sind im zentralen Quellenverzeichnis (quellen/Quellenverzeichnis.md) unter den angegebenen IDs vollständig im APA-7-Format hinterlegt.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Schulz von Thun, F. (1981). Miteinander Reden: Störungen und Klärungen – Allgemeine Psychologie der Kommunikation. Rowohlt.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Schulz von Thun, F., Ruppel, J. &amp; Stratmann, R. (2000). Miteinander Reden: Kommunikationspsychologie für Führungskräfte. Rowohlt.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Watzlawick, P., Beavin, J. H. &amp; Jackson, D. D. (1967). Pragmatics of Human Communication: A Study of Interactional Patterns, Pathologies and Paradoxes. Norton. (Dt.: Menschliche Kommunikation. Huber, 2017.)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Rackham, N. (1988). SPIN Selling. McGraw-Hill.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Hanan, M. (1970). Consultative Selling. AMACOM.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6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Cialdini, R. B. (2001). Influence: The Psychology of Persuasion (Rev. ed.). HarperCollins.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zeb consulting. (2020). Firmenkundenstudie 8.0.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Roland Berger. (2024). KMU-Banking: Firmenkundenberater 2.0.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 W. &amp; Krathwohl, D. R. (Hrsg.). (2001). A Taxonomy for Learning, Teaching, and Assessing. Addison Wesley Longman.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 L. &amp; Dreyfus, S. E. (1980). A Five-Stage Model of the Mental Activities Involved in Directed Skill Acquisition.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Kolb, D. A. (1984). Experiential Learning: Experience as the Source of Learning and Development. Prentice Hall.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«Strukturierte Bedarfsanalyse» ist auf FKB Campus verfügbar — 3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M10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