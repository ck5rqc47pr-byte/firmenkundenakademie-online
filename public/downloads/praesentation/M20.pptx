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M20  ·  K-06 Führung &amp; Entwicklung  ·  Stratege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Netzwerk &amp; Sichtbarkeit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Strategisches Beziehungskapital aufbauen und Fachexpertise im Markt positionieren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Eigenes Netzwerk nach Stärke, Brücken und Lücken analysieren und Erweiterungsstrategie ableiten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Verschiedene Netzwerk-Kanäle nach strategischer Eignung bewerten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Persönliche Sichtbarkeitsstrategie entwickeln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90-Tage-Netzwerkstrategie mit konkreten Aktivitäten gestalten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Operative Netzwerkpflege von strategischem Beziehungsaufbau unterscheiden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Dimension 1: Internes Netzwerk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Dimension 2: Verbundpartner-Netzwerk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Dimension 3: Markt-Netzwerk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Das Netzwerk-Audit (3 Fragen)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Format 1: Fachbeiträge und Impulse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Format 2: Empfehlungen geben, bevor man welche bekommt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Format 3: Präsenz in Gremien und Verbänden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Format 4: Digitale Sichtbarkeit (nachrangig, selektiv)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1: Persönliche Netzwerkkarte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2: Lückenanalyse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3: 90-Tage-Aktionsplan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M20 · Netzwerk &amp; Sichtbarkeit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