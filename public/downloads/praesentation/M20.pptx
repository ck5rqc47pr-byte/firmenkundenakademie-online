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M20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Netzwerk &amp; Sichtbarkeit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Strategisches Beziehungskapital aufbauen und Fachexpertise im Markt positionieren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Eigenes Netzwerk nach Stärke, Brücken und Lücken analysieren und Erweiterungsstrategie ableiten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Verschiedene Netzwerk-Kanäle nach strategischer Eignung bewerten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Persönliche Sichtbarkeitsstrategie entwickeln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90-Tage-Netzwerkstrategie mit konkreten Aktivitäten gestalten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Operative Netzwerkpflege von strategischem Beziehungsaufbau unterscheiden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DIE DREI NETZWERKDIMENSIONEN EINES FK-BERATERS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Die drei Netzwerkdimensionen eines FK-Beraters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Dimension 1: Internes Netzwerk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Dimension 1: Internes Netzwerk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Interne Empfehlungen aus Privatkundenbereichen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Frühzeitige Informationen über anstehende Regulierungen oder Strategieänderungen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Unterstützung bei komplexen Fällen durch Spezialisten (Immobilien, Strukturierte Finanzierung, Ausland)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Dimension 2: Verbundpartner-Netzwerk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Gemeinsame Kundenveranstaltungen mit R+V oder Union Investment: Der FK-Berater tritt als Co-Moderator auf und gewinnt Sichtbarkeit bei Kunden anderer Berater.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Monatlicher Jour fixe (30 Min.) mit dem R+V-Gebietsleiter oder UIN-Regionalbetreuer: Leads gegenseitig teilen, aktuelle Cross-Selling-Opportunitäten besprechen.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Internes Cross-Selling-Meeting: Privatkundenberater mit Unternehmerkunden systematisch ansprechen – das ist im Alltag oft der schnellste Weg zu Neukunden, wird aber selten als aktives Format geführt.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Dimension 3: Markt-Netzwerk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Hier entsteht langfristig die stärkste Wirkung: Steuerberater, Wirtschaftsprüfer, Rechtsanwälte, Unternehmensberater, Branchenverbände, Handwerkskammern, IHK-Gremien. Diese Multiplikatoren…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Cross &amp; Parker (2004): Formelle Netzwerke (Organigramme, Mitgliedschaften) sind sichtbar, aber oft weniger wirksam als informelle Netzwerke. Entscheidend ist, wer sich bei Problemen an wen wendet –…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NETZWERKANALYSE: DEN EIGENEN STATUS REALISTISCH EINSCHÄTZEN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NETZWERKANALYSE: DEN EIGENEN STATUS REALISTISCH EINSCHÄTZEN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Netzwerkanalyse: Den eigenen Status realistisch einschätzen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Das Netzwerk-Audit (3 Fragen)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NETZWERKANALYSE: DEN EIGENEN STATUS REALISTISCH EINSCHÄTZEN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Netzwerk-Audit (3 Fragen)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In welchen Branchen kenne ich niemanden außer meinen eigenen Kunden?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Mit welchen Multiplikatoren hätte ich gerne Kontakt, aber noch keinen?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 internen Bereiche kenne ich zu wenig?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 zwei Gruppen in meinem Netzwerk kennen sich nicht, würden aber voneinander profitieren?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Wo kann ich durch Zusammenführen Mehrwert stiften – ohne Eigeninteresse?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SICHTBARKEIT: EXPERTISE SICHTBAR MACHEN OHNE EIGENWERBUNG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Sichtbarkeit: Expertise sichtbar machen ohne Eigenwerbung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Format 1: Fachbeiträge und Impulse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Format 1: Fachbeiträge und Impulse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Monatliche E-Mail an 5–10 Steuerberater mit einem aktuellen Branchenhinweis: „Für Ihre Mandanten in der Landwirtschaft: GAP-Änderungen ab Q3 2026 – was das für Investitionsfinanzierungen bedeutet"…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Kurzer Vortrag (15 Min.) bei IHK-Frühstück zu einem konkreten Finanzierungsthema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LinkedIn-Post mit einer praxisnahen Erkenntnis aus einem anonymisierten Kundengespräch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Format 2: Empfehlungen geben, bevor man welche bekommt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Prinzip des Vorlaufs (Cialdini, 2001, Reziprozität): Wer zuerst gibt, erhält. Ein Berater, der seinem Steuerberater-Netzwerk aktiv Unternehmerkunden empfiehlt (sofern geeignet und im…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Praxisregel: „Ein guter Netzwerkpartner merkt, dass er zu mir gehört, bevor er das erste Mal mit mir gearbeitet hat."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Format 3: Präsenz in Gremien und Verbänden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Strategisch wählen: Nicht jede Mitgliedschaft lohnt sich. Kriterien: - Sind meine Zielkunden oder ihre Berater dort aktiv? - Gibt es eine Möglichkeit, sich inhaltlich einzubringen (Vortrag, Arbeitskre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Format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Zielgruppe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Zeitaufwand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Zugangshürde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Wirtschaftsjunioren (WJ)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Junge Unternehmer, Nachfolger (&lt; 40 J.)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4–6 h/Monat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offen für 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IHK-Ausschüsse (Kreditwirtschaft, Unternehmensfinanzierung)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Etablierte Unternehmer, Berater, Verbandsvertreter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4–8 Sitzungen/Jahr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 – Bewerbung erforderlich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Handwerkskammer-Netzwerke / HWK-Ausschüsse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Handwerksmeister, Innungen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3–5 Veranstaltungen/Jahr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Maschinenringe (v.a. Allgäu, Oberbayern, Schwaben)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Landwirte, Forstbetriebe – Schlüsselmultiplikatoren im Agrar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2–4 Events/Jahr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Empfehlung durch Bestandskunde ideal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BDS (Bund der Selbständigen)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Kleinstunternehmer, Freiberufler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4–6 Treffen/Jahr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Rotary / Lions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Etablierte Unternehmer 50+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gering (monatlich)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Hoch – nur durch Empfehlung; Gästeabende als Einstieg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BNI (Business Network International)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Alle Branchen, Empfehlungsnetzwerk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Hoch (wöchentlich!)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 – Aufwand vorab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Format 4: Digitale Sichtbarkeit (nachrangig, selektiv)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LinkedIn ist für FK-Berater bei regionalen VR-Banken in Süddeutschland kein primärer Akquise-Kanal – Handwerker, Landwirte und klassische Mittelständler suchen…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Sinnvoller Einsatz von LinkedIn: Nachbereitung und Pflege von Kontakten, die bereits persönlich entstanden sind – nicht als eigenständiger Erstkontakt-Kanal.…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&gt; Compliance-Pflicht: Vor dem Start jeglicher LinkedIn-Aktivität (Posts, Kommentare, Beiträge mit Bankbezug) ist die Freigabe durch die Compliance-Abteilung…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Minimalstandard (nach Compliance-Freigabe): Vollständiges Profil mit klarem Beratungsfeld, Verbindungen mit bestehenden Netzwerkkontakten pflegen – Posts als…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DER 90-TAGE-NETZWERKPLAN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DER 90-TAGE-NETZWERKPLAN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Der 90-Tage-Netzwerkplan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PRAXISCASE: STEFAN KÖHLER – VOM GEHEIMTIPP ZUR AUTORITÄT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PRAXISCASE: STEFAN KÖHLER – VOM GEHEIMTIPP ZUR AUTORITÄT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Praxiscase: Stefan Köhler – vom Geheimtipp zur Autorität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1: Persönliche Netzwerkkarte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1: Persönliche Netzwerkkarte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(Zeichnen oder tabellarisch ausfüllen)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2333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Bereich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Meine wichtigsten Kontakte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Qualität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Letzte Interaktion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Nächster 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Internes FK-Team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Interne Spezialisten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Steuerberater / WP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Rechtsanwälte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Branchenverbände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Unternehmerclubs / Gremien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Digitale Kontakte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2: Lückenanalyse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Meine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 welchen Branchen fehlen mir externe Multiplikatoren?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Welche 3 Personen hätte ich gerne in meinem Netzwerk?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Welche interne Vernetzung würde meine Arbeit am meisten erleichtern?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 könnte ich als Broker Mehrwert stiften?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3: 90-Tage-Aktionsplan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---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Aktivität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Zielkontakt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Erledigt?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Woche 1–2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Woche 3–4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 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 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(Alle Quellen im APA-7-Format)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L.W. &amp; Krathwohl, D.R. (Hrsg.). (2001). A taxonomy for learning, teaching, and assessing: A revision of Bloom's educational objectives. Longman.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Burt, R.S. (2004). Structural holes and good ideas. American Journal of Sociology, 110(2), 349–399. https://doi.org/10.1086/421787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D.L. (1994). Evaluating Training Programs: The Four Levels. Berrett-Koehler.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Cialdini, R.B. (2001). Influence: The psychology of persuasion (Rev. ed.). HarperCollins.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Cross, R. &amp; Parker, A. (2004). The hidden power of social networks: Understanding how work really gets done in organizations. Harvard Business School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Granovetter, M.S. (1973). The strength of weak ties. American Journal of Sociology, 78(6), 1360–1380. https://doi.org/10.1086/225469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«Netzwerk &amp; Sichtbarkeit»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M20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