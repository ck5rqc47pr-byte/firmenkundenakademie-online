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M20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Netzwerk &amp; Sichtbarkeit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Strategisches Beziehungskapital aufbauen und Fachexpertise im Markt positionieren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Eigenes Netzwerk nach Stärke, Brücken und Lücken analysieren und Erweiterungsstrategie ableiten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Verschiedene Netzwerk-Kanäle nach strategischer Eignung bewerten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Persönliche Sichtbarkeitsstrategie entwickeln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90-Tage-Netzwerkstrategie mit konkreten Aktivitäten gestalten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Operative Netzwerkpflege von strategischem Beziehungsaufbau unterscheiden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NETZWERK IST KEIN VISITENKARTENSAMMELN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Netzwerk ist kein Visitenkartensammeln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Strategisches Beziehungskapital aufbauen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NETZWERK IST KEIN VISITENKARTENSAMMELN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Operative Netzwerkpflege vs. strategischer Beziehungsaufbau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Operative Pflege: Bestehende Kontakte halten, Geburtstage notieren, IHK-Abend besuchen. Strategisch: Gezielt in Beziehungen investieren, die langfristig Vertrauen und Empfehlungen erzeugen.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Faustregel: 20 % der Netzwerkkontakte erzeugen 80 % der Empfehlungen. Wer sind Ihre 20 %?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DAS EIGENE NETZWERK ANALYSIEREN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Das eigene Netzwerk analysieren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Stärken, Brücken und Lücken sehen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DAS EIGENE NETZWERK ANALYSIEREN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Netzwerkanalyse in drei Schritten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Bestandsaufnahme: Wer ist in meinem Netzwerk? (Kunden, Partner, Multiplikatoren)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Stärke bewerten: Wer empfiehlt mich aktiv? Wer kennt mich nur flüchtig?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Lücken identifizieren: Welche Branchen, Berufsgruppen fehlen?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Brücken finden: Wer kann mich zu jemandem einführen, den ich brauche?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SICHTBARKEIT AUFBAUEN — AUTHENTISCH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Sichtbarkeit aufbauen — authentisch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Expertise zeigen ohne Eigenwerbung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SICHTBARKEIT AUFBAUEN — AUTHENTISCH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Drei Wege zur Fachsichtbarkeit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LinkedIn: Fachbeiträge zu Themen, die Ihre Zielkunden beschäftigen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Veranstaltungen: Aktiv mitgestalten — nicht nur besuchen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Kooperationen: Steuerberater, Anwälte, Unternehmensberater als Partner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SICHTBARKEIT AUFBAUEN — AUTHENTISCH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90-Tage-Netzwerkplan: Konkret werden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Monat 1: Netzwerkanalyse + fünf Stärkungsgespräche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Monat 2: Zwei neue Kooperationspartner ansprechen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Monat 3: Einen LinkedIn-Beitrag veröffentlichen oder Vortrag halten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Messbar: Wie viele qualifizierte Empfehlungen im Quartal?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3600"/>
            <a:ext cx="5080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A0AACC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F8F8FA"/>
                </a:solidFill>
                <a:latin typeface="Georgia"/>
              </a:rPr>
              <a:t>Quellen.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3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17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(Alle Quellen im APA-7-Format)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00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Anderson, L.W. &amp; Krathwohl, D.R. (Hrsg.). (2001). A taxonomy for learning, teaching, and assessing: A revision of Bloom's educational…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282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Burt, R.S. (2004). Structural holes and good ideas. American Journal of Sociology, 110(2), 349–399. https://doi.org/10.1086/421787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65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Dreyfus, H.L. &amp; Dreyfus, S.E. (1986). Mind over Machine: The Power of Human Intuition and Expertise in the Era of the Computer. Free Press.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481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Kirkpatrick, D.L. (1994). Evaluating Training Programs: The Four Levels. Berrett-Koehler.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317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Cialdini, R.B. (2001). Influence: The psychology of persuasion (Rev. ed.). HarperCollins.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800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Cross, R. &amp; Parker, A. (2004). The hidden power of social networks: Understanding how work really gets done in organizations. Harvard…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32829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Granovetter, M.S. (1973). The strength of weak ties. American Journal of Sociology, 78(6), 1360–1380. https://doi.org/10.1086/225469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«Netzwerk &amp; Sichtbarkeit»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M20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