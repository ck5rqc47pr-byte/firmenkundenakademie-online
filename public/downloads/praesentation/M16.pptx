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M16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NMZ-Optimierung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Nettomargenziffer im Firmenkundenbestand messen, verstehen und systematisch verbessern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Erklären, was die Nettomargenziffer (NMZ) misst, wie sie berechnet wird und warum sie die zentrale Steuerungsgröße im VR-Firmenkundensegment ist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Unterschiede zwischen NMZ auf Einzel-, Segment- und Bestandsebene erläutern und die eigene NMZ in den internen Benchmark einordnen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NMZ-Berichte in agree lesen und die drei Kunden mit dem größten Verbesserungspotenzial im eigenen Bestand identifizieren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Für jeden identifizierten Kunden mind. eine konkrete NMZ-Verbesserungsmaßnahme ableiten und den Hebel begründen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NMZ-Struktur des Gesamtbestands nach Ertragskomponenten analysieren und das dominante Schwachfeld benennen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DIE NETTOMARGENZIFFER: WAS SIE WIRKLICH MISST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Die Nettomargenziffer: Was sie wirklich misst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Warum der DB alleine lügt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DIE NETTOMARGENZIFFER: WAS SIE WIRKLICH MISST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Deckungsbeitrag täuscht — NMZ zeigt die Wahrheit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Deckungsbeitrag ignoriert das Risiko. Zwei Kunden mit gleichem DB können völlig unterschiedlich ertragreich sein — wenn einer ein deutlich schlechteres Rating hat und damit mehr Eigenkapital bindet.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NMZ = Deckungsbeitrag ÷ risikoadjustiertes Kapital. Sie misst die Rendite auf das eingesetzte Risikokapital — die eigentliche Steuerungsgröße.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NMZ IM AGREE LESEN UND INTERPRETIEREN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NMZ im agree lesen und interpretieren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Aus dem Bericht zur Handlung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NMZ IM AGREE LESEN UND INTERPRETIEREN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Drei Ebenen der NMZ-Steuerung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Einzelkunde: Welcher Kunde ist ertragsstark, welcher defizitär?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Segment: Welche Branche/Größenklasse trägt meinen Bestand?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Gesamtbestand: Wo liegt meine NMZ im Benchmark-Vergleich?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NMZ IM AGREE LESEN UND INTERPRETIEREN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NMZ-Verbesserung: Vier Hebel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Konditionsanpassung: Risikogerechtes Pricing durchsetzen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Cross-Selling: Provisionserträge erhöhen ohne Kreditrisiko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Rating-Verbesserung: Bessere Daten vom Kunden → niedrigere Risikokosten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Bestandsoptimierung: Defizitäre Engagements aktiv steuern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DREI KUNDEN — DREI MASSNAHMEN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Drei Kunden — drei Maßnahmen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Vom Bericht zur Handlung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DREI KUNDEN — DREI MASSNAHMEN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So gehen Sie 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NMZ-Bericht aus agree ziehen: Kunden nach NMZ sortieren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Die drei Kunden mit größtem Verbesserungspotenzial identifizieren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Je Kunde: Haupthebel bestimmen (Kondition, Cross-Selling, Rating)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Maßnahme und Zeitplan im CRM dokumentieren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Im Teammeeting teilen: Was funktioniert? Was nicht?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«NMZ-Optimierung»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M16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