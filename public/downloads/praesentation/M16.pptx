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Rolfes (1999)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(Daten aus agree-NMZ-Ranking, Stand: _____________)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Bestand-NMZ gesamt: ________ % | Interner Benchmark: ________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Ziel für die nächsten 90 Tage: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Bestand-NMZ von ________ % auf ________ % verbessern.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