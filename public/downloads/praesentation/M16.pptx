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M16  ·  K-04 Vertrieb &amp; Ertragsoptimierung  ·  Berater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Nettomargenziffer im Firmenkundenbestand messen, verstehen und systematisch verbessern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Unterschiede zwischen NMZ auf Einzel-, Segment- und Bestandsebene erläutern und die eigene NMZ in den internen Benchmark einordnen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NMZ-Berichte in agree lesen und die drei Kunden mit dem größten Verbesserungspotenzial im eigenen Bestand identifizieren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Für jeden identifizierten Kunden mind. eine konkrete NMZ-Verbesserungsmaßnahme ableiten und den Hebel begründen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Die NMZ-Struktur des Gesamtbestands nach Ertragskomponenten analysieren und das dominante Schwachfeld benennen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Warum die NMZ dem DB überlegen ist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Wo finde ich meine NMZ-Daten?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Leseübung: NMZ-Ranking interpretieren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Schritt 1: Identifizieren (monatlich, 30 Minuten)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Schritt 2: Priorisieren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Schritt 3: Handeln und dokumentieren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A: Mein NMZ-Bestandsbild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B: Maßnahmenplan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Fachlich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Praxismaterialien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M16 · NMZ-Optimierung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