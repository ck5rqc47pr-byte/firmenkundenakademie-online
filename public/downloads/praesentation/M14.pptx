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M14  ·  K-04 Vertrieb &amp; Ertragsoptimierung  ·  Sparring  ·  90 Min.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68680"/>
            <a:ext cx="73152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rial"/>
              </a:rPr>
              <a:t>Ertragsoptimierung pro Kunde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200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CD6F0"/>
                </a:solidFill>
                <a:latin typeface="Arial"/>
              </a:rPr>
              <a:t>Kundendeckungsbeitrag analysieren, risikogerechtes Pricing verstehen und Konditionengespräche wertbasiert führen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AACC"/>
                </a:solidFill>
                <a:latin typeface="Arial"/>
              </a:rPr>
              <a:t>Trainer-Präsentation  ·  v0.3  ·  Benedikt Zoller Coaching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73152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3200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3DA5"/>
                </a:solidFill>
                <a:latin typeface="Arial"/>
              </a:rPr>
              <a:t>LERNZIELE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Arial"/>
              </a:rPr>
              <a:t>Was Sie nach diesem Modul können.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8872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Den Kundendeckungsbeitrag anhand der vier Ertragskomponenten berechnen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Die Ertragsstruktur eines Kunden analysieren und die größten Optimierungshebel identifizieren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Den Expected Loss in der Konditionenkalkulation erklären und bewerten, ob eine Beziehung risikogerecht bepreist ist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Drei Optimierungsszenarien bewerten und die ertragswirksamste Option wählen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Ein Konditionengespräch wertbasiert führen – Nutzen kommunizieren bevor über Konditionen gesprochen wird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Warum Ertrag je Kunde messen?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Die vier Ertragskomponenten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Rechenbeispiel: Kundendeckungsbeitrag Müller GmbH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Der Expected Loss als Kalkulationsgrundlage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Das Nettomargenziel (NMZ) als Steuerungsgröße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Konditionsanpassung vorbereiten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Kundensegmentierung nach Ertragsprofil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Signale für Unterpreisierung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Vom Konditionengespräch zum Wertgespräch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Arbeitsblatt A: Deckungsbeitragsrechnung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Arbeitsblatt B: Konditionengespräch vorbereiten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Fachlich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Praxismaterialien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CD6F0"/>
                </a:solidFill>
                <a:latin typeface="Arial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rial"/>
              </a:rPr>
              <a:t>Was nehmen Sie mit?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7315200" cy="27432"/>
          </a:xfrm>
          <a:prstGeom prst="rect">
            <a:avLst/>
          </a:prstGeom>
          <a:solidFill>
            <a:srgbClr val="335C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45920"/>
            <a:ext cx="11430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Transferaufgabe: Wenden Sie das Gelernte in den nächsten 14 Tagen bei einem konkreten Kunden an.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Selbstcheck nach 4 Wochen: Was hat sich verändert?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9AACC"/>
                </a:solidFill>
                <a:latin typeface="Arial"/>
              </a:rPr>
              <a:t>M14 · Ertragsoptimierung pro Kunde  ·  v0.3  ·  Benedikt Zoller Coaching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