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M14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Ertragsoptimierung pro Kunde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Kundendeckungsbeitrag anhand der vier Ertragskomponenten berechnen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Die Ertragsstruktur eines Kunden analysieren und die größten Optimierungshebel identifizieren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Expected Loss in der Konditionenkalkulation erklären und bewerten, ob eine Beziehung risikogerecht bepreist 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64000" y="2984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064000" y="3035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3000" y="3048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Drei Optimierungsszenarien bewerten und die ertragswirksamste Option wählen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4000" y="3683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64000" y="3733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3000" y="3746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Ein Konditionengespräch wertbasiert führen – Nutzen kommunizieren bevor über Konditionen gesprochen wird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WAS VERDIENEN WIR AN DIESEM KUNDEN WIRKLICH?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Was verdienen wir an diesem Kunden wirklich?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Umsatz täuscht — Deckungsbeitrag entscheidet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WAS VERDIENEN WIR AN DIESEM KUNDEN WIRKLICH?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Vier Ertragskomponenten — ein vollständiges Bild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Zinsmarge: Differenz zwischen Kredit- und Refinanzierungszins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Provisionserträge: Gebühren, Vermittlungen, Avalprovisionen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Eigenkapitalkosten: Risikogewichtetes Kapital × Mindestrendite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Risikokosten (Expected Loss): Erwarteter Verlust aus Ausfallwahrscheinlichkeit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 · WAS VERDIENEN WIR AN DIESEM KUNDEN WIRKLICH?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Niedriger Zins + hohes Risiko = negativer Deckungsbeitrag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Viele Kreditengagements sind ertragsseitig defizitär, wenn man Risikokosten und Eigenkapitalkosten einrechnet. Das VR-Rating und der Expected Loss bestimmen, wie viel echte Marge bleibt.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0" y="2825750"/>
            <a:ext cx="4851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1F2B56"/>
                </a:solidFill>
                <a:latin typeface="Courier New"/>
              </a:rPr>
              <a:t>Mitnahme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3041650"/>
            <a:ext cx="4851400" cy="2667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Konsequenz: Konditionengespräche sind keine Rabattgespräche. Sie sind eine Diskussion über risikogerechte Bepreisung.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DEN HEBEL FINDEN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Den Hebel finden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Wo lässt sich der Ertrag am wirkungsvollsten steigern?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 · DEN HEBEL FINDEN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Drei Optimierungsansätze im Vergleich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Konditionsanpassung: Direkt wirksam, aber Kundengespräch nötig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Volumensausweitung: Mehr Geschäft bei gleichem Kunden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Cross-Selling: Neue Ertragsquellen ohne Kreditrisiko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Rating-Verbesserung: Niedrigere Risikokosten durch bessere Daten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DAS KONDITIONENGESPRÄCH WERTBASIERT FÜHREN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Das Konditionengespräch wertbasiert führen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Zuerst der Nutzen — dann der Preis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DAS KONDITIONENGESPRÄCH WERTBASIERT FÜHREN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Wertbasiertes Konditionengespräch — Schritt für Schritt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51150"/>
            <a:ext cx="10972800" cy="344805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Schritt 1: Nutzen der Beziehung darstellen (Schnelligkeit, Verlässlichkeit, Know-how)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Schritt 2: Risikolage sachlich benennen (Rating, Sicherheiten, EK-Quote)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Schritt 3: Konditionen als faire Reflexion des Risikos erklären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>
                <a:solidFill>
                  <a:srgbClr val="191D2E"/>
                </a:solidFill>
                <a:latin typeface="Georgia"/>
              </a:rPr>
              <a:t>–  Schritt 4: Verbesserungspotenzial aufzeigen: 'Was würde sich für Sie verbessern?'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445000" cy="6858000"/>
          </a:xfrm>
          <a:prstGeom prst="rect">
            <a:avLst/>
          </a:prstGeom>
          <a:solidFill>
            <a:srgbClr val="C8AE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5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50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3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76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88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101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114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127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139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152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165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77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90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203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15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228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41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54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266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79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292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04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317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330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342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55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68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381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393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406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4190999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431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444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457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469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482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495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08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20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33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546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5588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5715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5842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5969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096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223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50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77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604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731000"/>
            <a:ext cx="4445000" cy="6350"/>
          </a:xfrm>
          <a:prstGeom prst="rect">
            <a:avLst/>
          </a:prstGeom>
          <a:solidFill>
            <a:srgbClr val="BEA2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52400" y="6477000"/>
            <a:ext cx="4190999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3A2A0A"/>
                </a:solidFill>
                <a:latin typeface="Courier New"/>
              </a:rPr>
              <a:t>Praxisfall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III · DAS KONDITIONENGESPRÄCH WERTBASIERT FÜHREN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26000" y="1016000"/>
            <a:ext cx="6731000" cy="203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Praxisfall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26000" y="1244600"/>
            <a:ext cx="6731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Müller GmbH — Deckungsbeitragsanalyse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26000" y="2984500"/>
            <a:ext cx="6731000" cy="3429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Langjähriger Kunde, Umsatz 8 Mio., Kredit 1,2 Mio., Zins 3,8 %. Fragt nach Zinssenkung auf 3,2 %. Rating: B+. Ihre Aufgabe: Deckungsbeitrag berechnen, wertbasiertes Gegengespräch vorbereiten.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«Ertragsoptimierung pro Kunde» auf FKB Campus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Trainer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[Name · Kontakt]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M14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