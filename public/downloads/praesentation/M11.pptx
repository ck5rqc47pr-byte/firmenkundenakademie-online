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„Die Banken geben einem ja momentan viele Angebote."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„Mein Sohn macht das irgendwann schon."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„Wir haben dieses Jahr weniger investiert als geplant."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„Eigentlich läuft alles, aber die Mitarbeiter kosten immer mehr."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„Ich muss mal schauen, wie sich das mit der Rente entwickelt." → 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nächstes Kundengespräch: 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Hypothese: Welchen latenten Bedarf könnte dieser Kunde haben?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(Name): ___________________________ Datum: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konkrete Verbesserungsmöglichkeit: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