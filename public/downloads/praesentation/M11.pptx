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M11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Latente Bedarfe erkennen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Implizite Kundenbedürfnisse durch SPIN-Fragetechnik und aktives Zuhören aufdecken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Explizite von latenten Bedarfen anhand konkreter Gesprächsbeispiele unterscheiden und Kundensignale systematisch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SPIN-Fragetechnik in simulierten Kundengesprächen anwenden und implizite Problemformulierungen in explizite Bedarfsaussagen überführen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Gesprächsverläufe auf latente Signale (verbal, paraverbal, nonverbal) analysieren und den wahrscheinlichen Hintergrundbedarf benennen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Qualität des eigenen Frageverhaltens in Rollenspielen bewerten und konkrete Verbesserungsschritte ableiten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Situationsgerecht zwischen verschiedenen Fragetechniken wählen und die Wahl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DER EISBERG DER KUNDENBEDÜRFNISSE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Der Eisberg der Kundenbedürfnisse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10 % sichtbar — 90 % unsichtbar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DER EISBERG DER KUNDENBEDÜRFNISSE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Kunden sagen selten, was sie wirklich brauchen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Explizite Bedarfe werden direkt geäußert: 'Ich brauche einen Kredit.' Latente Bedarfe liegen darunter — noch nicht formuliert, oft nicht einmal bewusst. Sie zu entdecken ist der Unterschied zwischen Transaktions- und Beziehungsbanking.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Wer nur explizite Bedarfe bedient, ist austauschbar. Wer latente Bedarfe aufdeckt, wird Partner.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SPIN IN DER TIEFE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SPIN in der Tiefe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Implizites in Explizites verwandeln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SPIN IN DER TIEFE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Vom Problem zum Bedarf — die SPIN-Logik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Implizit: 'Wir haben manchmal Liquiditätsengpässe' (Problem, noch kein Bedarf)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Implication: 'Was kostet Sie das, wenn Lieferantenrabatte entfallen?'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Explizit: 'Wir brauchen einen flexibleren Kontokorrent'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Die Implikationsfrage transformiert Problem → dringenden Bedarf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SPIN IN DER TIEFE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Signale erkennen — verbal, paraverbal, nonverbal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Verbal: Zögern, Einschränkungen, Themenwechsel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Paraverbal: Tonfall, Pausen, Betonung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Nonverbal: Blickkontakt meiden, Körperhaltung, Gestik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Regeln: Nicht unterbrechen. 5-Sekunden-Pause aushalten. Nachfragen.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TYPISCHE LATENTE BEDARFSFELDER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Typische latente Bedarfsfelder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Firmenkundenberater häufig übersehen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TYPISCHE LATENTE BEDARFSFELDER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Sechs Bedarfsfelder mit hohem Latenz-Potenzial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Nachfolge &amp; Übergabe: Thema, das viele GF verdrängen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Schlüsselpersonenabsicherung: Wer führt, wenn der GF ausfällt?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Betriebliche Altersversorgung: Mitarbeiterbindung und Steueroptimierung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Wachstumsfinanzierung: Oft erst angesprochen, wenn es eng wird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Währungsrisiko bei Export: Kaum Absicherung bei KMU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Digitalisierung / Investition: Zögern trotz Förderprogrammen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TYPISCHE LATENTE BEDARFSFELDER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Qualität des Frageverhaltens messen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Verhältnis offene zu geschlossene Fragen (Ziel: 70/30)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Wie viel redet der Berater vs. der Kunde? (Ziel: 30/70)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Wurden Implication-Fragen gestellt?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Selbstreflexion nach jedem Gespräch: Was hätte ich früher fragen können?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«Latente Bedarfe erkennen»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M11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