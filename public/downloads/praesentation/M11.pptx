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M11  ·  K-03 Gesprächsführung &amp; Beratung  ·  Sparring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Implizite Kundenbedürfnisse durch SPIN-Fragetechnik und aktives Zuhören aufdecken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v0.2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Explizite von latenten Bedarfen anhand konkreter Gesprächsbeispiele unterscheiden und Kundensignale systematisch zuordnen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SPIN-Fragetechnik in simulierten Kundengesprächen anwenden und implizite Problemformulierungen in explizite Bedarfsaussagen überführen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Gesprächsverläufe auf latente Signale (verbal, paraverbal, nonverbal) analysieren und den wahrscheinlichen Hintergrundbedarf benennen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Qualität des eigenen Frageverhaltens in Rollenspielen bewerten und konkrete Verbesserungsschritte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Situationsgerecht zwischen verschiedenen Fragetechniken wählen und die Wahl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Das Eisberg-Modell der Kundenbedürfnisse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Warum Kunden latente Bedarfe nicht artikulieren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Typische latente Bedarfsfelder im Firmenkunden-Alltag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Fragetechnik in der Praxis: Drei Tiefen-Ebenen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SPIN-Fragen vorbereiten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Beobachtungsbogen Rollenspiel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Pflichtlektüre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Ergänzend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M11 · Latente Bedarfe erkennen  ·  v0.2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