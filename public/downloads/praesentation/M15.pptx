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M15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Marktbearbeitungsstrategie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Marktpotenzial in einem selbstgewählten Zielsegment analysieren und adressierbare Neukunden-Opportunitäten schätzen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Wettbewerbsposition der eigenen Bank im Zielsegment anhand von Stärken, Schwächen und Differenzierungspotenzialen bewerten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Marktbearbeitungsstrategie mit Zielkunden-Kriterien, Wertversprechen und Anspracheansatz entwickeln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Eignung verschiedener Neukundenansprache-Kanäle für das Zielsegment bewerten und die zwei effektivsten 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strukturierten Jahresplan mit Zielgrößen, Maßnahmen und Meilensteinen erstellen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REAKTIVEN ZUM STRATEGISCHEN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Vom reaktiven zum strategischen Vertrieb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Wer wartet, verliert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VOM REAKTIVEN ZUM STRATEGISCHEN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Reaktiver Vertrieb: Der Kunde kommt, wenn er Probleme 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Reaktiver Vertrieb ist bequem aber gefährlich. Wer nur bedient, was kommt, verliert den strategischen Überblick — und Kunden an Wettbewerber, die aktiver sind.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Strategischer Vertrieb heißt: Ich weiß, wen ich wann und warum anspreche. Ich warte nicht auf den Anruf.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MARKTPOTENZIALE ANALYSIEREN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Marktpotenziale analysieren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Wer ist mein Zielsegment — und wie groß ist das Potenzial?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MARKTPOTENZIALE ANALYSIEREN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Marktpotenzial: Wo steckt das Wachstum?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Bestandskundenpotenzial: Wallet-Share noch nicht ausgeschöpft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Neukunden in Zielbranchen: Welche Unternehmen passen zu uns?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Regionaler Marktanteil: Was ist unser Anteil am Firmenkunden-Kreditmarkt?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Wettbewerbsanalyse: Wer ist stark wo wir schwach sind?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STRATEGIE ENTWICKELN UND UMSETZEN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Strategie entwickeln und umsetzen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Jahresplan mit Zielen, Maßnahmen, Meilensteinen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STRATEGIE ENTWICKELN UND UMSETZEN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Strategie in drei Dimensionen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Zielkunden-Kriterien: Welche Unternehmen wollen wir? (Branche, Größe, Potenzial)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Wertversprechen: Warum sollten sie zu uns kommen — nicht zur Sparkasse?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Ansprachekanäle: Empfehlung, Veranstaltung, LinkedIn, Steuerberater-Kooperation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STRATEGIE ENTWICKELN UND UMSETZEN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Neukundenansprache: Was wirklich funktioniert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Empfehlungsmarketing: Bestehende Kunden empfehlen aktiv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Steuerberater-Kooperation: Gemeinsame Zielkunden, gegenseitige Empfehlung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Branchenveranstaltungen: Sichtbarkeit als Fachexperte aufbauen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LinkedIn: Content zu Fachthemen schafft Reichweite ohne Kaltakquise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Cold Outreach: Nur mit persönlichem Bezug — nie generisch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STRATEGIE ENTWICKELN UND UMSETZEN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Auftrag: Jahresplan auf einer Seite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Zielsegment definieren (eine Branche, eine Größenklasse)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Fünf Zielunternehmen benennen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Wertversprechen in zwei Sätzen formulieren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Drei konkrete Maßnahmen für das nächste Quartal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«Marktbearbeitungsstrategie»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M15 · Stratege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