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M15  ·  K-04 Vertrieb &amp; Ertragsoptimierung  ·  Stratege  ·  1 Tag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Das Marktpotenzial in einem selbstgewählten Zielsegment analysieren und adressierbare Neukunden-Opportunitäten schätzen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Die Wettbewerbsposition der eigenen Bank im Zielsegment anhand von Stärken, Schwächen und Differenzierungspotenzialen bewerten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Eine Marktbearbeitungsstrategie mit Zielkunden-Kriterien, Wertversprechen und Anspracheansatz entwickeln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Die Eignung verschiedener Neukundenansprache-Kanäle für das Zielsegment bewerten und die zwei effektivsten wählen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Einen strukturierten Jahresplan mit Zielgrößen, Maßnahmen und Meilensteinen erstellen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Vom reaktiven zum strategischen Vertrieb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Segmentierungskriterien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Das Scoring-Modell zur Segmentpriorisierung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Wie groß ist mein adressierbarer Markt?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SWOT im Firmenkundensegment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Wertversprechen formulieren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Welche Kanäle funktionieren wirklich?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Empfehlungsmanagement systematisieren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A: Segmentpriorisierung – Scoring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B: Marktbearbeitungs-Jahresplan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Strategie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Bankfachlich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Praxismaterialien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M15 · Marktbearbeitungsstrategie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