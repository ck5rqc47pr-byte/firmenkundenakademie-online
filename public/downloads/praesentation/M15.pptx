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SWOT im Firmenkundensegment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Welche Kanäle funktionieren wirklich?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drei Kandidatensegmente: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Primärsegment: 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Zielsegment: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Marktpotenzial: ___ Zielbetriebe – ___ bestehende Kunden = ___ Neukunden-Potenzial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Wertversprechen (in einem Satz):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Jahreszielsetzung: ___ Neukunden / ___ EUR Neuvolumen / ___ % Wallet-Share-Steigerung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Abstimmung mit Führungskraft: ○ Ja, abgestimmt am: ______ ○ Noch ausstehend bis: 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