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M05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Branchenspezifische Risikosysteme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Systematische Branchenrisikoanalyse als Basis für differenzierte Kreditentscheidungen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Strategischer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(8 Stunden)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Branchenspezifische Risikotreiber anhand von Finanzkennzahlen und Marktdaten analysieren und gegenüber gesamtwirtschaftlichen Trends einordnen (Bloom 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Gesamtrisikoprofil eines KMU durch kritische Gegenüberstellung von Branchencharakteristiken mit unternehmensspezifischen Kennzahlen bewerten (Bloom 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Kreditanträge branchenübergreifend vergleichend beurteilen und Chancen wie Risiken transparent kommunizieren (Bloom 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individualisiertes Branchenrisiko-Scoring-Modell für die eigene Geschäftsregion entwickeln (Bloom 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KENNZAHLEN BRAUCHEN 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Kennzahlen brauchen Kontext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Branchenwissen ist kein Luxus — es ist Pflicht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KENNZAHLEN BRAUCHEN 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Eine EK-Quote von 18 % — gut oder schlecht?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Im Maschinenbau: Alarmsignal. Im Lebensmitteleinzelhandel: Branchendurchschnitt. Ohne Branchenkenntnis ist jede Kennzahl ein Stochern im Nebel.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MaRisk BTO 1.2 verlangt branchendifferenzierte Risikoanalyse. Branchenwissen ist keine Kür — es ist regulatorische Pflicht.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SECHS BRANCHEN — SECHS RISIKOLANDSCHAFTEN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Sechs Branchen — sechs Risikolandschaften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Was der Berater über jeden Sektor wissen muss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SECHS BRANCHEN — SECHS RISIKOLANDSCHAFTEN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Baugewerbe &amp; Bauträger: Hohe Schwankung, enge Margen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Zyklisch: Konjunktureinbrüche treffen hart und schnell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Vorfinanzierungsrisiko: Zahlungen kommen erst bei Abnahme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Subunternehmer-Abhängigkeit: Qualitäts- und Haftungsrisiken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Warnsignal: Viele offene Baustellen + sinkende Anzahlungen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SECHS BRANCHEN — SECHS RISIKOLANDSCHAFTEN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Gastronomie &amp; Hotel: Betriebsrisiko auf engstem Raum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EBIT-Margen strukturell niedrig (3–7 % im Schnitt)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Personalkosten nicht flexibel genug in Krisen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Pachtvertrag ist oft das größte Risiko — nicht der Kredit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Standort entscheidet über Erfolg oder Misserfolg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SECHS BRANCHEN — SECHS RISIKOLANDSCHAFTEN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Heilberufe: Stabile Erträge — aber unterschätzte Risiken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Zulassungsrisiken: Entzug der KV-Zulassung trifft sofort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Regressrisiken: Abrechnungsfehler können Jahre zurückliegen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Praxiswert ist immateriell — nicht verwertbar wie Maschinen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Versorgungswerk statt Rentenversicherung: Pfändung eingeschränkt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SECHS BRANCHEN — SECHS RISIKOLANDSCHAFTEN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Vier Sektoren im Risikovergleich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Zyklizität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EK-Quote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Hauptrisiko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Maschinenbau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28–35 %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Auftragsschwankung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Baugewerbe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15–22 %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Vorfinanzierung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18–25 %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Online-Wettbewerb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Heilberufe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35–50 %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Zulassungsrisiko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PORTERS FIVE FORCES IN DER PRAXIS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Porters Five Forces in der Praxis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Strukturanalyse in 10 Minuten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PORTERS FIVE FORCES IN DER PRAXIS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Fünf Fragen — ein Branchenbild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Lieferantenmacht: Kann der Kunde Preise verhandeln?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Kundenmacht: Wie viel Abhängigkeit von Einzelkunden?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Neue Wettbewerber: Wie hoch sind Markteintrittsbarrieren?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Substitutionsgefahr: Welche Technologie gefährdet das Geschäftsmodell?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Wettbewerbsintensität: Preis- oder Qualitätswettbewerb?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PORTERS FIVE FORCES IN DER PRAXIS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Bäckerei Hofmann GmbH — Branchenrisikoanalyse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Traditionsbäckerei, 12 Filialen, Stuttgart. Steigende Rohstoffpreise, wachsender Discount-Wettbewerb. Kreditantrag 800 TEUR für neue Produktionsanlage. Ihre Aufgabe: Five Forces + Ampel-Scoring.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Altman, E. I. (1968). Financial ratios, discriminant analysis and the prediction of corporate bankruptcy. The Journal of Finance, 23(4),…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W., &amp; Krathwohl, D. R. (Hrsg.). (2001). A taxonomy for learning, teaching, and assessing: A revision of Bloom's taxonomy of…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Becker, H. P. (2019). Investition und Finanzierung: Grundlagen der betrieblichen Finanzwirtschaft (8. Aufl.). Springer Gabler.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Bundesanstalt für Finanzdienstleistungsaufsicht. (2023). Mindestanforderungen an das Risikomanagement (MaRisk): Rundschreiben 10/2012 (BA)…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BVR – Bundesverband der Deutschen Volksbanken und Raiffeisenbanken. (laufend). BVR-Branchenblätter: Branchenanalysen für das…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Creditreform Wirtschaftsforschung. (laufend). Creditreform Branchenberichte: Vierteljährliche Branchenanalysen für ca. 90 Branchen.…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213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H. L., &amp; Dreyfus, S. E. (1980). A five-stage model of the mental activities involved in directed skill acquisition. Operations…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695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ifo Institut für Wirtschaftsforschung. (laufend). ifo Geschäftsklimaindex: Ergebnisse nach Branchen und Regionen. ifo Institut.…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Kolb, D. A. (1984). Experiential learning: Experience as the source of learning and development. Prentice-Hall.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(1980). Competitive strategy: Techniques for analyzing industries and competitors. Free Press.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Schierenbeck, H., Lister, M., &amp; Kirmße, S. (2014). Ertragsorientiertes Bankmanagement: Band 2: Risiko-Controlling und integrierte…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Schön, D. A. (1983). The reflective practitioner: How professionals think in action. Basic Books.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Statistisches Bundesamt [Destatis]. (laufend). Unternehmensregister und Insolvenzstatistik: Branchendaten nach Wirtschaftszweigen.…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730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Modulerstellung: April 2026 | Benedikt Zoller Coaching | Version v0.2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5213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Nächste Überarbeitung: April 2027 oder bei Änderung MaRisk/CRR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«Branchenspezifische Risikosysteme»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M05 · Strategischer 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