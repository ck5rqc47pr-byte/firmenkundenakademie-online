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M12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CEO-Dialog &amp; Nachfolge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Auf Augenhöhe mit dem Unternehmer – Nachfolge begleiten und gestalten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Stratege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 Tag (ca. 8 Std.)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Psychologische und strategische Dimensionen eines CEO-Dialogs analysieren und zwischen Statusgefühlen, Kontrollbedarf und echten Strategiefragen unterscheiden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Systemische und zirkuläre Fragetechniken einsetzen, um latente Zukunftsängste aufzudecken und psychologische Sicherheit herzustellen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Nachfolgeoptionen (familienintern, MBO, strategischer Verkauf, Stiftung) anhand von Unternehmensdaten und Unternehmerpersönlichkeit evaluieren und empfehlen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Individualisiertes Nachfolgezeitkonzept (Roadmap 3–7 Jahre) mit Finanzierungs-, Steuer- und emotionalen Meilensteinen entwickeln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Emotionale Bereitschaft eines Unternehmers zur Übergabe beurteilen und Loslasswiderstände konstruktiv adressieren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DAS CEO-GESPRÄCH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Das CEO-Gespräch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Auf Augenhöhe mit dem Unternehmer — was das bedeutet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DAS CEO-GESPRÄCH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Board-Room-Mindset: Drei Haltungsveränderungen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Von 'Ich erkläre' zu 'Ich erkunde' — echte Neugier statt versteckter Agenda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Von 'Kreditgespräch' zu 'Strategiegespräch' — Bankbrille ablegen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Von 'Ich informiere' zu 'Ich provoziere konstruktiv' — Fragen statt Antworten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Vorbereitung: Branche kennen, Unternehmen kennen, Fragen vorbereiten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DAS CEO-GESPRÄCH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Systemische Fragen — jenseits von SPIN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'Was würde Ihr bester Mitbewerber über Sie sagen?'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'Wenn Sie das Unternehmen heute neu gründen würden — was würden Sie anders machen?'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'Wer würde am meisten verlieren, wenn Sie das Unternehmen in fünf Jahren übergeben?'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'Was hält Sie davon ab, den nächsten Schritt zu gehen?'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NACHFOLGE: DAS GRÖSSTE TABUTHEMA IM MITTELSTAND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Nachfolge: Das größte Tabuthema im Mittelstand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Warum 40 % der Übergaben scheitern — und wie Berater helfen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NACHFOLGE: DAS GRÖSSTE TABUTHEMA IM MITTELSTAND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Vier Nachfolgeoptionen — vier Beratungsprofile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Familienintern: Günstig, aber emotionsgeladen — Konflikte vorprogrammiert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MBO (Management Buy-out): Kontinuität, aber Finanzierungsdruck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Strategischer Verkauf: Höchster Preis, aber Kontrollverlust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Stiftungslösung: Dauerhafter Erhalt — aber komplex und wenig umkehrbar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NACHFOLGE: DAS GRÖSSTE TABUTHEMA IM MITTELSTAND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Der Unternehmer gibt nicht nur ein Unternehmen ab — er gibt seine Identität ab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Loslasswiderstand ist kein Versagen — er ist menschlich. Wer das ignoriert, verliert das Mandat. Wer es anspricht, wird zum Vertrauenspartner.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Lösungsorientierte Zukunftsfrage (de Shazer): 'Was müsste passieren, damit Sie sich vorstellen könnten, loszulassen?' Diese Frage öffnet mehr als jede Checkliste.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NACHFOLGE: DAS GRÖSSTE TABUTHEMA IM MITTELSTAND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Nachfolgeprozess — fünf Phasen im Überblick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Phase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Inhalt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Zeithorizont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 Sensibilisierung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Thema ansprechen, Bereitschaft prüfen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3–5 Jahre vor Übergabe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2. Konzeption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Optionen entwickeln, Bewertung beauftragen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2–3 Jahre vorher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3. Kandidatensuche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Innen oder außen suchen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1–2 Jahre vorher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4. Verhandlung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Term Sheet, Kaufvertrag, Finanzierung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6–18 Monate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5. Übergabe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Einführung, Wissenstransfer, Rückzug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6–12 Monate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NACHFOLGE: DAS GRÖSSTE TABUTHEMA IM MITTELSTAND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Metallverarbeitung Wagner KG, Stuttgart — CEO-Dialog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429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Inhaber, 62 Jahre, zwei Kinder — keines will übernehmen. Unternehmen läuft gut (Umsatz 14 Mio., EBIT 8,5 %). Er spricht nie über Nachfolge. Ihre Aufgabe: Systemische Fragen einsetzen, emotionale Bereitschaft erkunden, Roadmap skizzieren.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«CEO-Dialog &amp; Nachfolge»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M12 · Stratege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